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59" r:id="rId3"/>
    <p:sldId id="260" r:id="rId4"/>
    <p:sldId id="268" r:id="rId17"/>
    <p:sldId id="261" r:id="rId5"/>
    <p:sldId id="271" r:id="rId20"/>
    <p:sldId id="272" r:id="rId21"/>
    <p:sldId id="273" r:id="rId22"/>
    <p:sldId id="274" r:id="rId23"/>
    <p:sldId id="262" r:id="rId6"/>
    <p:sldId id="263" r:id="rId7"/>
    <p:sldId id="275" r:id="rId24"/>
    <p:sldId id="276" r:id="rId25"/>
    <p:sldId id="277" r:id="rId26"/>
    <p:sldId id="264" r:id="rId8"/>
    <p:sldId id="278" r:id="rId27"/>
    <p:sldId id="279" r:id="rId28"/>
    <p:sldId id="269" r:id="rId18"/>
    <p:sldId id="280" r:id="rId29"/>
    <p:sldId id="281" r:id="rId30"/>
    <p:sldId id="270" r:id="rId19"/>
    <p:sldId id="282" r:id="rId31"/>
    <p:sldId id="283" r:id="rId32"/>
    <p:sldId id="265" r:id="rId9"/>
    <p:sldId id="266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34.37676292050204</c:v>
                </c:pt>
                <c:pt idx="1">
                  <c:v>68.59807599650664</c:v>
                </c:pt>
                <c:pt idx="2">
                  <c:v>165.03037521349088</c:v>
                </c:pt>
                <c:pt idx="3">
                  <c:v>246.19083325123026</c:v>
                </c:pt>
                <c:pt idx="4">
                  <c:v>269.1682109933463</c:v>
                </c:pt>
                <c:pt idx="5">
                  <c:v>300.2874356706069</c:v>
                </c:pt>
                <c:pt idx="6">
                  <c:v>313.7819192740326</c:v>
                </c:pt>
                <c:pt idx="7">
                  <c:v>321.5884790215462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ff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circle"/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Sheet1!$A$12:$A$19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Sheet1!$B$12:$B$19</c:f>
              <c:numCache>
                <c:formatCode>General</c:formatCode>
                <c:ptCount val="8"/>
                <c:pt idx="0">
                  <c:v>29.859665195378593</c:v>
                </c:pt>
                <c:pt idx="1">
                  <c:v>63.42127905224141</c:v>
                </c:pt>
                <c:pt idx="2">
                  <c:v>168.0955988271967</c:v>
                </c:pt>
                <c:pt idx="3">
                  <c:v>279.17829149116267</c:v>
                </c:pt>
                <c:pt idx="4">
                  <c:v>320.427872891103</c:v>
                </c:pt>
                <c:pt idx="5">
                  <c:v>380.11176806950806</c:v>
                </c:pt>
                <c:pt idx="6">
                  <c:v>403.8636321660541</c:v>
                </c:pt>
                <c:pt idx="7">
                  <c:v>417.19754569806236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Sheet1!$B$21</c:f>
              <c:strCache>
                <c:ptCount val="1"/>
                <c:pt idx="0">
                  <c:v>tt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Sheet1!$A$22:$A$29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Sheet1!$B$22:$B$29</c:f>
              <c:numCache>
                <c:formatCode>General</c:formatCode>
                <c:ptCount val="8"/>
                <c:pt idx="0">
                  <c:v>17.97523858881517</c:v>
                </c:pt>
                <c:pt idx="1">
                  <c:v>41.29365814549883</c:v>
                </c:pt>
                <c:pt idx="2">
                  <c:v>125.17097794883082</c:v>
                </c:pt>
                <c:pt idx="3">
                  <c:v>226.20606557966028</c:v>
                </c:pt>
                <c:pt idx="4">
                  <c:v>266.06003891707405</c:v>
                </c:pt>
                <c:pt idx="5">
                  <c:v>324.07402013696503</c:v>
                </c:pt>
                <c:pt idx="6">
                  <c:v>345.9747140497488</c:v>
                </c:pt>
                <c:pt idx="7">
                  <c:v>358.05320266552974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Sheet1!$B$31</c:f>
              <c:strCache>
                <c:ptCount val="1"/>
                <c:pt idx="0">
                  <c:v>ss</c:v>
                </c:pt>
              </c:strCache>
            </c:strRef>
          </c:tx>
          <c:spPr>
            <a:ln w="28575">
              <a:solidFill>
                <a:srgbClr val="6A3D9A"/>
              </a:solidFill>
            </a:ln>
          </c:spPr>
          <c:marker>
            <c:symbol val="circle"/>
            <c:size val="7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Sheet1!$A$32:$A$39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Sheet1!$B$32:$B$39</c:f>
              <c:numCache>
                <c:formatCode>General</c:formatCode>
                <c:ptCount val="8"/>
                <c:pt idx="0">
                  <c:v>10.469256476976867</c:v>
                </c:pt>
                <c:pt idx="1">
                  <c:v>25.726067115338157</c:v>
                </c:pt>
                <c:pt idx="2">
                  <c:v>89.5449041052364</c:v>
                </c:pt>
                <c:pt idx="3">
                  <c:v>177.99271588431074</c:v>
                </c:pt>
                <c:pt idx="4">
                  <c:v>215.34453905211583</c:v>
                </c:pt>
                <c:pt idx="5">
                  <c:v>270.1737330398915</c:v>
                </c:pt>
                <c:pt idx="6">
                  <c:v>289.6512684880725</c:v>
                </c:pt>
                <c:pt idx="7">
                  <c:v>300.17031881716355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Sheet1!$B$41</c:f>
              <c:strCache>
                <c:ptCount val="1"/>
                <c:pt idx="0">
                  <c:v>fs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marker>
            <c:symbol val="circle"/>
            <c:size val="7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Sheet1!$A$42:$A$49</c:f>
              <c:numCache>
                <c:formatCode>General</c:formatCode>
                <c:ptCount val="8"/>
                <c:pt idx="0">
                  <c:v>0.65</c:v>
                </c:pt>
                <c:pt idx="1">
                  <c:v>0.7</c:v>
                </c:pt>
                <c:pt idx="2">
                  <c:v>0.8</c:v>
                </c:pt>
                <c:pt idx="3">
                  <c:v>0.9</c:v>
                </c:pt>
                <c:pt idx="4">
                  <c:v>0.95</c:v>
                </c:pt>
                <c:pt idx="5">
                  <c:v>1.1</c:v>
                </c:pt>
                <c:pt idx="6">
                  <c:v>1.25</c:v>
                </c:pt>
                <c:pt idx="7">
                  <c:v>1.4</c:v>
                </c:pt>
              </c:numCache>
            </c:numRef>
          </c:xVal>
          <c:yVal>
            <c:numRef>
              <c:f>Sheet1!$B$42:$B$49</c:f>
              <c:numCache>
                <c:formatCode>General</c:formatCode>
                <c:ptCount val="8"/>
                <c:pt idx="0">
                  <c:v>8.403098648691245</c:v>
                </c:pt>
                <c:pt idx="1">
                  <c:v>21.970484910508922</c:v>
                </c:pt>
                <c:pt idx="2">
                  <c:v>84.98986741970066</c:v>
                </c:pt>
                <c:pt idx="3">
                  <c:v>183.65964427912397</c:v>
                </c:pt>
                <c:pt idx="4">
                  <c:v>233.75483291655016</c:v>
                </c:pt>
                <c:pt idx="5">
                  <c:v>328.27071051679866</c:v>
                </c:pt>
                <c:pt idx="6">
                  <c:v>362.2761206039861</c:v>
                </c:pt>
                <c:pt idx="7">
                  <c:v>379.8136923772394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.4"/>
          <c:min val="0.6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Control voltage 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VCO frequency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 (112 ppm/°C)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-1.3317488063039367</c:v>
                </c:pt>
                <c:pt idx="1">
                  <c:v>-0.7954587913215088</c:v>
                </c:pt>
                <c:pt idx="2">
                  <c:v>-0.3781054397250372</c:v>
                </c:pt>
                <c:pt idx="3">
                  <c:v>0.0</c:v>
                </c:pt>
                <c:pt idx="4">
                  <c:v>0.1529940339836034</c:v>
                </c:pt>
                <c:pt idx="5">
                  <c:v>0.0708910907180516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ff (332 ppm/°C)</c:v>
                </c:pt>
              </c:strCache>
            </c:strRef>
          </c:tx>
          <c:spPr>
            <a:ln w="28575">
              <a:solidFill>
                <a:srgbClr val="E07A1F"/>
              </a:solidFill>
            </a:ln>
          </c:spPr>
          <c:marker>
            <c:symbol val="circle"/>
            <c:size val="7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Sheet1!$A$10:$A$15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Sheet1!$B$10:$B$15</c:f>
              <c:numCache>
                <c:formatCode>General</c:formatCode>
                <c:ptCount val="6"/>
                <c:pt idx="0">
                  <c:v>-3.261044674541243</c:v>
                </c:pt>
                <c:pt idx="1">
                  <c:v>-1.989653629129203</c:v>
                </c:pt>
                <c:pt idx="2">
                  <c:v>-0.9839775891889329</c:v>
                </c:pt>
                <c:pt idx="3">
                  <c:v>0.0</c:v>
                </c:pt>
                <c:pt idx="4">
                  <c:v>0.5376056333499922</c:v>
                </c:pt>
                <c:pt idx="5">
                  <c:v>0.8896519593697818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Sheet1!$B$17</c:f>
              <c:strCache>
                <c:ptCount val="1"/>
                <c:pt idx="0">
                  <c:v>tt (681 ppm/°C)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Sheet1!$A$18:$A$23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Sheet1!$B$18:$B$23</c:f>
              <c:numCache>
                <c:formatCode>General</c:formatCode>
                <c:ptCount val="6"/>
                <c:pt idx="0">
                  <c:v>-6.043332522146776</c:v>
                </c:pt>
                <c:pt idx="1">
                  <c:v>-3.7977338156333045</c:v>
                </c:pt>
                <c:pt idx="2">
                  <c:v>-1.95020700554765</c:v>
                </c:pt>
                <c:pt idx="3">
                  <c:v>0.0</c:v>
                </c:pt>
                <c:pt idx="4">
                  <c:v>1.2347776416619354</c:v>
                </c:pt>
                <c:pt idx="5">
                  <c:v>2.4664362946123957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Sheet1!$B$25</c:f>
              <c:strCache>
                <c:ptCount val="1"/>
                <c:pt idx="0">
                  <c:v>ss (1070 ppm/°C)</c:v>
                </c:pt>
              </c:strCache>
            </c:strRef>
          </c:tx>
          <c:spPr>
            <a:ln w="28575">
              <a:solidFill>
                <a:srgbClr val="6A3D9A"/>
              </a:solidFill>
            </a:ln>
          </c:spPr>
          <c:marker>
            <c:symbol val="circle"/>
            <c:size val="7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Sheet1!$A$26:$A$31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Sheet1!$B$26:$B$31</c:f>
              <c:numCache>
                <c:formatCode>General</c:formatCode>
                <c:ptCount val="6"/>
                <c:pt idx="0">
                  <c:v>-9.207979621952147</c:v>
                </c:pt>
                <c:pt idx="1">
                  <c:v>-5.846224823425786</c:v>
                </c:pt>
                <c:pt idx="2">
                  <c:v>-3.037509644770194</c:v>
                </c:pt>
                <c:pt idx="3">
                  <c:v>0.0</c:v>
                </c:pt>
                <c:pt idx="4">
                  <c:v>1.9985035408051472</c:v>
                </c:pt>
                <c:pt idx="5">
                  <c:v>4.163791688551307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Sheet1!$B$33</c:f>
              <c:strCache>
                <c:ptCount val="1"/>
                <c:pt idx="0">
                  <c:v>fs (1399 ppm/°C)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marker>
            <c:symbol val="circle"/>
            <c:size val="7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Sheet1!$A$34:$A$39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Sheet1!$B$34:$B$39</c:f>
              <c:numCache>
                <c:formatCode>General</c:formatCode>
                <c:ptCount val="6"/>
                <c:pt idx="0">
                  <c:v>-11.898463053315037</c:v>
                </c:pt>
                <c:pt idx="1">
                  <c:v>-7.591215064113989</c:v>
                </c:pt>
                <c:pt idx="2">
                  <c:v>-3.9608193198612676</c:v>
                </c:pt>
                <c:pt idx="3">
                  <c:v>0.0</c:v>
                </c:pt>
                <c:pt idx="4">
                  <c:v>2.644765882277591</c:v>
                </c:pt>
                <c:pt idx="5">
                  <c:v>5.588604932207911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Sheet1!$B$41</c:f>
              <c:strCache>
                <c:ptCount val="1"/>
                <c:pt idx="0">
                  <c:v>±0.3 % spec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Sheet1!$A$42:$A$43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Sheet1!$B$42:$B$43</c:f>
              <c:numCache>
                <c:formatCode>General</c:formatCode>
                <c:ptCount val="2"/>
                <c:pt idx="0">
                  <c:v>0.3</c:v>
                </c:pt>
                <c:pt idx="1">
                  <c:v>0.3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Sheet1!$B$45</c:f>
              <c:strCache>
                <c:ptCount val="1"/>
                <c:pt idx="0">
                  <c:v> 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Sheet1!$A$46:$A$47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Sheet1!$B$46:$B$47</c:f>
              <c:numCache>
                <c:formatCode>General</c:formatCode>
                <c:ptCount val="2"/>
                <c:pt idx="0">
                  <c:v>-0.3</c:v>
                </c:pt>
                <c:pt idx="1">
                  <c:v>-0.3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85.0"/>
          <c:min val="-4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(°C)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Δf vs 27 °C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egendEntry>
        <c:idx val="6"/>
        <c:delete val="1"/>
      </c:legendEntry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Average tempco, −40→85 °C</a:t>
            </a:r>
          </a:p>
        </c:rich>
      </c:tx>
      <c:layout/>
      <c:overlay val="0"/>
    </c:title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tempco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2A9D8F"/>
              </a:solidFill>
            </c:spPr>
          </c:dPt>
          <c:dPt>
            <c:idx val="1"/>
            <c:spPr>
              <a:solidFill>
                <a:srgbClr val="E07A1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dPt>
            <c:idx val="3"/>
            <c:spPr>
              <a:solidFill>
                <a:srgbClr val="6A3D9A"/>
              </a:solidFill>
            </c:spPr>
          </c:dPt>
          <c:dPt>
            <c:idx val="4"/>
            <c:spPr>
              <a:solidFill>
                <a:srgbClr val="C0392B"/>
              </a:solidFill>
            </c:spPr>
          </c:dPt>
          <c:cat>
            <c:strRef>
              <c:f>Sheet1!$A$2:$A$6</c:f>
              <c:strCache>
                <c:ptCount val="5"/>
                <c:pt idx="0">
                  <c:v>sf</c:v>
                </c:pt>
                <c:pt idx="1">
                  <c:v>ff</c:v>
                </c:pt>
                <c:pt idx="2">
                  <c:v>tt</c:v>
                </c:pt>
                <c:pt idx="3">
                  <c:v>ss</c:v>
                </c:pt>
                <c:pt idx="4">
                  <c:v>fs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112.21119176175905</c:v>
                </c:pt>
                <c:pt idx="1">
                  <c:v>332.05573071288194</c:v>
                </c:pt>
                <c:pt idx="2">
                  <c:v>680.7815053407337</c:v>
                </c:pt>
                <c:pt idx="3">
                  <c:v>1069.741704840276</c:v>
                </c:pt>
                <c:pt idx="4">
                  <c:v>1398.965438841836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corner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ppm/°C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sf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Sheet1!$A$2:$A$2</c:f>
              <c:numCache>
                <c:formatCode>General</c:formatCode>
                <c:ptCount val="1"/>
                <c:pt idx="0">
                  <c:v>45.1</c:v>
                </c:pt>
              </c:numCache>
            </c:numRef>
          </c:xVal>
          <c:yVal>
            <c:numRef>
              <c:f>Sheet1!$B$2:$B$2</c:f>
              <c:numCache>
                <c:formatCode>General</c:formatCode>
                <c:ptCount val="1"/>
                <c:pt idx="0">
                  <c:v>112.21119176175905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</c:f>
              <c:strCache>
                <c:ptCount val="1"/>
                <c:pt idx="0">
                  <c:v>ff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Sheet1!$A$5:$A$5</c:f>
              <c:numCache>
                <c:formatCode>General</c:formatCode>
                <c:ptCount val="1"/>
                <c:pt idx="0">
                  <c:v>42.8</c:v>
                </c:pt>
              </c:numCache>
            </c:numRef>
          </c:xVal>
          <c:yVal>
            <c:numRef>
              <c:f>Sheet1!$B$5:$B$5</c:f>
              <c:numCache>
                <c:formatCode>General</c:formatCode>
                <c:ptCount val="1"/>
                <c:pt idx="0">
                  <c:v>332.05573071288194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Sheet1!$B$7</c:f>
              <c:strCache>
                <c:ptCount val="1"/>
                <c:pt idx="0">
                  <c:v>tt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Sheet1!$A$8:$A$8</c:f>
              <c:numCache>
                <c:formatCode>General</c:formatCode>
                <c:ptCount val="1"/>
                <c:pt idx="0">
                  <c:v>36.2</c:v>
                </c:pt>
              </c:numCache>
            </c:numRef>
          </c:xVal>
          <c:yVal>
            <c:numRef>
              <c:f>Sheet1!$B$8:$B$8</c:f>
              <c:numCache>
                <c:formatCode>General</c:formatCode>
                <c:ptCount val="1"/>
                <c:pt idx="0">
                  <c:v>680.7815053407337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Sheet1!$B$10</c:f>
              <c:strCache>
                <c:ptCount val="1"/>
                <c:pt idx="0">
                  <c:v>ss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6A3D9A"/>
              </a:solidFill>
              <a:ln>
                <a:solidFill>
                  <a:srgbClr val="6A3D9A"/>
                </a:solidFill>
              </a:ln>
            </c:spPr>
          </c:marker>
          <c:xVal>
            <c:numRef>
              <c:f>Sheet1!$A$11:$A$11</c:f>
              <c:numCache>
                <c:formatCode>General</c:formatCode>
                <c:ptCount val="1"/>
                <c:pt idx="0">
                  <c:v>30.3</c:v>
                </c:pt>
              </c:numCache>
            </c:numRef>
          </c:xVal>
          <c:yVal>
            <c:numRef>
              <c:f>Sheet1!$B$11:$B$11</c:f>
              <c:numCache>
                <c:formatCode>General</c:formatCode>
                <c:ptCount val="1"/>
                <c:pt idx="0">
                  <c:v>1069.741704840276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Sheet1!$B$13</c:f>
              <c:strCache>
                <c:ptCount val="1"/>
                <c:pt idx="0">
                  <c:v>fs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xVal>
            <c:numRef>
              <c:f>Sheet1!$A$14:$A$14</c:f>
              <c:numCache>
                <c:formatCode>General</c:formatCode>
                <c:ptCount val="1"/>
                <c:pt idx="0">
                  <c:v>28.2</c:v>
                </c:pt>
              </c:numCache>
            </c:numRef>
          </c:xVal>
          <c:yVal>
            <c:numRef>
              <c:f>Sheet1!$B$14:$B$14</c:f>
              <c:numCache>
                <c:formatCode>General</c:formatCode>
                <c:ptCount val="1"/>
                <c:pt idx="0">
                  <c:v>1398.965438841836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48.0"/>
          <c:min val="26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NMOS drive current at |Vgs| = 0.9 V (µA)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600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Uncompensated tempco (ppm/°C)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local tempco</c:v>
                </c:pt>
              </c:strCache>
            </c:strRef>
          </c:tx>
          <c:spPr>
            <a:solidFill>
              <a:srgbClr val="1D2F82"/>
            </a:solidFill>
          </c:spPr>
          <c:cat>
            <c:strRef>
              <c:f>Sheet1!$A$2:$A$6</c:f>
              <c:strCache>
                <c:ptCount val="5"/>
                <c:pt idx="0">
                  <c:v>-40→-20</c:v>
                </c:pt>
                <c:pt idx="1">
                  <c:v>-20→0</c:v>
                </c:pt>
                <c:pt idx="2">
                  <c:v>0→27</c:v>
                </c:pt>
                <c:pt idx="3">
                  <c:v>27→50</c:v>
                </c:pt>
                <c:pt idx="4">
                  <c:v>50→85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1122.7993532567355</c:v>
                </c:pt>
                <c:pt idx="1">
                  <c:v>923.7634050428272</c:v>
                </c:pt>
                <c:pt idx="2">
                  <c:v>722.2988909435741</c:v>
                </c:pt>
                <c:pt idx="3">
                  <c:v>536.8598442008415</c:v>
                </c:pt>
                <c:pt idx="4">
                  <c:v>351.9024722715601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interval (°C)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local tempco at tt (ppm/°C)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uncompensated</c:v>
                </c:pt>
              </c:strCache>
            </c:strRef>
          </c:tx>
          <c:spPr>
            <a:ln w="28575">
              <a:solidFill>
                <a:srgbClr val="9AA0A6"/>
              </a:solidFill>
            </a:ln>
          </c:spPr>
          <c:marker>
            <c:symbol val="circle"/>
            <c:size val="7"/>
            <c:spPr>
              <a:solidFill>
                <a:srgbClr val="9AA0A6"/>
              </a:solidFill>
              <a:ln>
                <a:solidFill>
                  <a:srgbClr val="9AA0A6"/>
                </a:solidFill>
              </a:ln>
            </c:spPr>
          </c:marker>
          <c:xVal>
            <c:numRef>
              <c:f>Sheet1!$A$2:$A$7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-6.043332522146776</c:v>
                </c:pt>
                <c:pt idx="1">
                  <c:v>-3.7977338156333045</c:v>
                </c:pt>
                <c:pt idx="2">
                  <c:v>-1.95020700554765</c:v>
                </c:pt>
                <c:pt idx="3">
                  <c:v>0.0</c:v>
                </c:pt>
                <c:pt idx="4">
                  <c:v>1.2347776416619354</c:v>
                </c:pt>
                <c:pt idx="5">
                  <c:v>2.4664362946123957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1st-order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circle"/>
            <c:size val="7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Sheet1!$A$10:$A$15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Sheet1!$B$10:$B$15</c:f>
              <c:numCache>
                <c:formatCode>General</c:formatCode>
                <c:ptCount val="6"/>
                <c:pt idx="0">
                  <c:v>1.2973408557553558</c:v>
                </c:pt>
                <c:pt idx="1">
                  <c:v>0.9668504793355472</c:v>
                </c:pt>
                <c:pt idx="2">
                  <c:v>0.5961871407513167</c:v>
                </c:pt>
                <c:pt idx="3">
                  <c:v>0.0</c:v>
                </c:pt>
                <c:pt idx="4">
                  <c:v>-0.6121863654064781</c:v>
                </c:pt>
                <c:pt idx="5">
                  <c:v>-1.750460386821108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Sheet1!$B$17</c:f>
              <c:strCache>
                <c:ptCount val="1"/>
                <c:pt idx="0">
                  <c:v>2nd-order (refit)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circle"/>
            <c:size val="7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Sheet1!$A$18:$A$23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Sheet1!$B$18:$B$23</c:f>
              <c:numCache>
                <c:formatCode>General</c:formatCode>
                <c:ptCount val="6"/>
                <c:pt idx="0">
                  <c:v>-0.8726949263548963</c:v>
                </c:pt>
                <c:pt idx="1">
                  <c:v>-0.5732877312031459</c:v>
                </c:pt>
                <c:pt idx="2">
                  <c:v>-0.2989143260358532</c:v>
                </c:pt>
                <c:pt idx="3">
                  <c:v>0.0</c:v>
                </c:pt>
                <c:pt idx="4">
                  <c:v>0.1696557264151516</c:v>
                </c:pt>
                <c:pt idx="5">
                  <c:v>0.25173681552313415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Sheet1!$B$25</c:f>
              <c:strCache>
                <c:ptCount val="1"/>
                <c:pt idx="0">
                  <c:v>2nd-order, naive coeffs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Sheet1!$A$26:$A$31</c:f>
              <c:numCache>
                <c:formatCode>General</c:formatCode>
                <c:ptCount val="6"/>
                <c:pt idx="0">
                  <c:v>-40</c:v>
                </c:pt>
                <c:pt idx="1">
                  <c:v>-20</c:v>
                </c:pt>
                <c:pt idx="2">
                  <c:v>0</c:v>
                </c:pt>
                <c:pt idx="3">
                  <c:v>27</c:v>
                </c:pt>
                <c:pt idx="4">
                  <c:v>50</c:v>
                </c:pt>
                <c:pt idx="5">
                  <c:v>85</c:v>
                </c:pt>
              </c:numCache>
            </c:numRef>
          </c:xVal>
          <c:yVal>
            <c:numRef>
              <c:f>Sheet1!$B$26:$B$31</c:f>
              <c:numCache>
                <c:formatCode>General</c:formatCode>
                <c:ptCount val="6"/>
                <c:pt idx="0">
                  <c:v>4.133886711313513</c:v>
                </c:pt>
                <c:pt idx="1">
                  <c:v>2.2723789092475735</c:v>
                </c:pt>
                <c:pt idx="2">
                  <c:v>1.0028961672881729</c:v>
                </c:pt>
                <c:pt idx="3">
                  <c:v>0.0</c:v>
                </c:pt>
                <c:pt idx="4">
                  <c:v>-0.3538709557806606</c:v>
                </c:pt>
                <c:pt idx="5">
                  <c:v>-0.252440626385148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Sheet1!$B$33</c:f>
              <c:strCache>
                <c:ptCount val="1"/>
                <c:pt idx="0">
                  <c:v>held-out temps (never fitted)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1"/>
            <c:spPr>
              <a:solidFill>
                <a:srgbClr val="E07A1F"/>
              </a:solidFill>
              <a:ln>
                <a:solidFill>
                  <a:srgbClr val="E07A1F"/>
                </a:solidFill>
              </a:ln>
            </c:spPr>
          </c:marker>
          <c:xVal>
            <c:numRef>
              <c:f>Sheet1!$A$34:$A$37</c:f>
              <c:numCache>
                <c:formatCode>General</c:formatCode>
                <c:ptCount val="4"/>
                <c:pt idx="0">
                  <c:v>-30</c:v>
                </c:pt>
                <c:pt idx="1">
                  <c:v>10</c:v>
                </c:pt>
                <c:pt idx="2">
                  <c:v>40</c:v>
                </c:pt>
                <c:pt idx="3">
                  <c:v>70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-0.721309809864227</c:v>
                </c:pt>
                <c:pt idx="1">
                  <c:v>-0.17662140125101602</c:v>
                </c:pt>
                <c:pt idx="2">
                  <c:v>0.106549778998809</c:v>
                </c:pt>
                <c:pt idx="3">
                  <c:v>0.24279493786468323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Sheet1!$B$39</c:f>
              <c:strCache>
                <c:ptCount val="1"/>
                <c:pt idx="0">
                  <c:v>±0.3 % spec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Sheet1!$A$40:$A$41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Sheet1!$B$40:$B$41</c:f>
              <c:numCache>
                <c:formatCode>General</c:formatCode>
                <c:ptCount val="2"/>
                <c:pt idx="0">
                  <c:v>0.3</c:v>
                </c:pt>
                <c:pt idx="1">
                  <c:v>0.3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Sheet1!$B$43</c:f>
              <c:strCache>
                <c:ptCount val="1"/>
                <c:pt idx="0">
                  <c:v> </c:v>
                </c:pt>
              </c:strCache>
            </c:strRef>
          </c:tx>
          <c:spPr>
            <a:ln w="19050">
              <a:solidFill>
                <a:srgbClr val="2E8B57"/>
              </a:solidFill>
              <a:prstDash val="dash"/>
            </a:ln>
          </c:spPr>
          <c:marker>
            <c:symbol val="none"/>
          </c:marker>
          <c:xVal>
            <c:numRef>
              <c:f>Sheet1!$A$44:$A$45</c:f>
              <c:numCache>
                <c:formatCode>General</c:formatCode>
                <c:ptCount val="2"/>
                <c:pt idx="0">
                  <c:v>-40</c:v>
                </c:pt>
                <c:pt idx="1">
                  <c:v>85</c:v>
                </c:pt>
              </c:numCache>
            </c:numRef>
          </c:xVal>
          <c:yVal>
            <c:numRef>
              <c:f>Sheet1!$B$44:$B$45</c:f>
              <c:numCache>
                <c:formatCode>General</c:formatCode>
                <c:ptCount val="2"/>
                <c:pt idx="0">
                  <c:v>-0.3</c:v>
                </c:pt>
                <c:pt idx="1">
                  <c:v>-0.3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85.0"/>
          <c:min val="-4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Temperature (°C)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Δf vs 27 °C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egendEntry>
        <c:idx val="6"/>
        <c:delete val="1"/>
      </c:legendEntry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start 0.85 V (coarse-tuned): 577 ns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none"/>
          </c:marker>
          <c:xVal>
            <c:numRef>
              <c:f>Sheet1!$A$2:$A$404</c:f>
              <c:numCache>
                <c:formatCode>General</c:formatCode>
                <c:ptCount val="403"/>
                <c:pt idx="0">
                  <c:v>0.0002</c:v>
                </c:pt>
                <c:pt idx="1">
                  <c:v>4.67</c:v>
                </c:pt>
                <c:pt idx="2">
                  <c:v>9.67</c:v>
                </c:pt>
                <c:pt idx="3">
                  <c:v>14.67</c:v>
                </c:pt>
                <c:pt idx="4">
                  <c:v>19.556</c:v>
                </c:pt>
                <c:pt idx="5">
                  <c:v>24.556</c:v>
                </c:pt>
                <c:pt idx="6">
                  <c:v>29.556</c:v>
                </c:pt>
                <c:pt idx="7">
                  <c:v>34.556000000000004</c:v>
                </c:pt>
                <c:pt idx="8">
                  <c:v>39.441</c:v>
                </c:pt>
                <c:pt idx="9">
                  <c:v>44.441</c:v>
                </c:pt>
                <c:pt idx="10">
                  <c:v>49.441</c:v>
                </c:pt>
                <c:pt idx="11">
                  <c:v>54.327</c:v>
                </c:pt>
                <c:pt idx="12">
                  <c:v>59.327</c:v>
                </c:pt>
                <c:pt idx="13">
                  <c:v>64.327</c:v>
                </c:pt>
                <c:pt idx="14">
                  <c:v>69.327</c:v>
                </c:pt>
                <c:pt idx="15">
                  <c:v>74.212</c:v>
                </c:pt>
                <c:pt idx="16">
                  <c:v>79.21199999999999</c:v>
                </c:pt>
                <c:pt idx="17">
                  <c:v>84.212</c:v>
                </c:pt>
                <c:pt idx="18">
                  <c:v>89.098</c:v>
                </c:pt>
                <c:pt idx="19">
                  <c:v>94.098</c:v>
                </c:pt>
                <c:pt idx="20">
                  <c:v>99.098</c:v>
                </c:pt>
                <c:pt idx="21">
                  <c:v>104.098</c:v>
                </c:pt>
                <c:pt idx="22">
                  <c:v>108.983</c:v>
                </c:pt>
                <c:pt idx="23">
                  <c:v>113.98299999999999</c:v>
                </c:pt>
                <c:pt idx="24">
                  <c:v>118.983</c:v>
                </c:pt>
                <c:pt idx="25">
                  <c:v>123.929</c:v>
                </c:pt>
                <c:pt idx="26">
                  <c:v>128.869</c:v>
                </c:pt>
                <c:pt idx="27">
                  <c:v>133.869</c:v>
                </c:pt>
                <c:pt idx="28">
                  <c:v>138.869</c:v>
                </c:pt>
                <c:pt idx="29">
                  <c:v>143.754</c:v>
                </c:pt>
                <c:pt idx="30">
                  <c:v>148.75400000000002</c:v>
                </c:pt>
                <c:pt idx="31">
                  <c:v>153.754</c:v>
                </c:pt>
                <c:pt idx="32">
                  <c:v>158.754</c:v>
                </c:pt>
                <c:pt idx="33">
                  <c:v>163.64000000000001</c:v>
                </c:pt>
                <c:pt idx="34">
                  <c:v>168.64000000000001</c:v>
                </c:pt>
                <c:pt idx="35">
                  <c:v>173.64000000000001</c:v>
                </c:pt>
                <c:pt idx="36">
                  <c:v>178.525</c:v>
                </c:pt>
                <c:pt idx="37">
                  <c:v>183.525</c:v>
                </c:pt>
                <c:pt idx="38">
                  <c:v>188.525</c:v>
                </c:pt>
                <c:pt idx="39">
                  <c:v>193.525</c:v>
                </c:pt>
                <c:pt idx="40">
                  <c:v>198.411</c:v>
                </c:pt>
                <c:pt idx="41">
                  <c:v>203.411</c:v>
                </c:pt>
                <c:pt idx="42">
                  <c:v>208.411</c:v>
                </c:pt>
                <c:pt idx="43">
                  <c:v>213.296</c:v>
                </c:pt>
                <c:pt idx="44">
                  <c:v>218.29600000000002</c:v>
                </c:pt>
                <c:pt idx="45">
                  <c:v>223.296</c:v>
                </c:pt>
                <c:pt idx="46">
                  <c:v>228.296</c:v>
                </c:pt>
                <c:pt idx="47">
                  <c:v>233.18200000000002</c:v>
                </c:pt>
                <c:pt idx="48">
                  <c:v>238.18200000000002</c:v>
                </c:pt>
                <c:pt idx="49">
                  <c:v>243.182</c:v>
                </c:pt>
                <c:pt idx="50">
                  <c:v>248.067</c:v>
                </c:pt>
                <c:pt idx="51">
                  <c:v>253.067</c:v>
                </c:pt>
                <c:pt idx="52">
                  <c:v>258.067</c:v>
                </c:pt>
                <c:pt idx="53">
                  <c:v>263.067</c:v>
                </c:pt>
                <c:pt idx="54">
                  <c:v>267.953</c:v>
                </c:pt>
                <c:pt idx="55">
                  <c:v>272.953</c:v>
                </c:pt>
                <c:pt idx="56">
                  <c:v>277.953</c:v>
                </c:pt>
                <c:pt idx="57">
                  <c:v>282.95300000000003</c:v>
                </c:pt>
                <c:pt idx="58">
                  <c:v>287.838</c:v>
                </c:pt>
                <c:pt idx="59">
                  <c:v>292.838</c:v>
                </c:pt>
                <c:pt idx="60">
                  <c:v>297.838</c:v>
                </c:pt>
                <c:pt idx="61">
                  <c:v>302.724</c:v>
                </c:pt>
                <c:pt idx="62">
                  <c:v>307.724</c:v>
                </c:pt>
                <c:pt idx="63">
                  <c:v>312.724</c:v>
                </c:pt>
                <c:pt idx="64">
                  <c:v>317.72400000000005</c:v>
                </c:pt>
                <c:pt idx="65">
                  <c:v>322.609</c:v>
                </c:pt>
                <c:pt idx="66">
                  <c:v>327.609</c:v>
                </c:pt>
                <c:pt idx="67">
                  <c:v>332.609</c:v>
                </c:pt>
                <c:pt idx="68">
                  <c:v>337.495</c:v>
                </c:pt>
                <c:pt idx="69">
                  <c:v>342.495</c:v>
                </c:pt>
                <c:pt idx="70">
                  <c:v>347.49499999999995</c:v>
                </c:pt>
                <c:pt idx="71">
                  <c:v>352.495</c:v>
                </c:pt>
                <c:pt idx="72">
                  <c:v>357.38</c:v>
                </c:pt>
                <c:pt idx="73">
                  <c:v>362.38</c:v>
                </c:pt>
                <c:pt idx="74">
                  <c:v>367.38</c:v>
                </c:pt>
                <c:pt idx="75">
                  <c:v>372.26599999999996</c:v>
                </c:pt>
                <c:pt idx="76">
                  <c:v>377.26599999999996</c:v>
                </c:pt>
                <c:pt idx="77">
                  <c:v>382.26599999999996</c:v>
                </c:pt>
                <c:pt idx="78">
                  <c:v>387.266</c:v>
                </c:pt>
                <c:pt idx="79">
                  <c:v>392.151</c:v>
                </c:pt>
                <c:pt idx="80">
                  <c:v>397.151</c:v>
                </c:pt>
                <c:pt idx="81">
                  <c:v>402.151</c:v>
                </c:pt>
                <c:pt idx="82">
                  <c:v>407.037</c:v>
                </c:pt>
                <c:pt idx="83">
                  <c:v>412.037</c:v>
                </c:pt>
                <c:pt idx="84">
                  <c:v>417.037</c:v>
                </c:pt>
                <c:pt idx="85">
                  <c:v>422.03700000000003</c:v>
                </c:pt>
                <c:pt idx="86">
                  <c:v>426.922</c:v>
                </c:pt>
                <c:pt idx="87">
                  <c:v>431.922</c:v>
                </c:pt>
                <c:pt idx="88">
                  <c:v>436.922</c:v>
                </c:pt>
                <c:pt idx="89">
                  <c:v>441.92199999999997</c:v>
                </c:pt>
                <c:pt idx="90">
                  <c:v>446.808</c:v>
                </c:pt>
                <c:pt idx="91">
                  <c:v>451.808</c:v>
                </c:pt>
                <c:pt idx="92">
                  <c:v>456.80800000000005</c:v>
                </c:pt>
                <c:pt idx="93">
                  <c:v>461.693</c:v>
                </c:pt>
                <c:pt idx="94">
                  <c:v>466.693</c:v>
                </c:pt>
                <c:pt idx="95">
                  <c:v>471.693</c:v>
                </c:pt>
                <c:pt idx="96">
                  <c:v>476.693</c:v>
                </c:pt>
                <c:pt idx="97">
                  <c:v>481.579</c:v>
                </c:pt>
                <c:pt idx="98">
                  <c:v>486.57899999999995</c:v>
                </c:pt>
                <c:pt idx="99">
                  <c:v>491.57900000000006</c:v>
                </c:pt>
                <c:pt idx="100">
                  <c:v>496.464</c:v>
                </c:pt>
                <c:pt idx="101">
                  <c:v>501.46400000000006</c:v>
                </c:pt>
                <c:pt idx="102">
                  <c:v>506.464</c:v>
                </c:pt>
                <c:pt idx="103">
                  <c:v>511.46399999999994</c:v>
                </c:pt>
                <c:pt idx="104">
                  <c:v>516.35</c:v>
                </c:pt>
                <c:pt idx="105">
                  <c:v>521.35</c:v>
                </c:pt>
                <c:pt idx="106">
                  <c:v>526.35</c:v>
                </c:pt>
                <c:pt idx="107">
                  <c:v>531.235</c:v>
                </c:pt>
                <c:pt idx="108">
                  <c:v>536.235</c:v>
                </c:pt>
                <c:pt idx="109">
                  <c:v>541.235</c:v>
                </c:pt>
                <c:pt idx="110">
                  <c:v>546.235</c:v>
                </c:pt>
                <c:pt idx="111">
                  <c:v>551.121</c:v>
                </c:pt>
                <c:pt idx="112">
                  <c:v>556.121</c:v>
                </c:pt>
                <c:pt idx="113">
                  <c:v>561.121</c:v>
                </c:pt>
                <c:pt idx="114">
                  <c:v>566.0379999999999</c:v>
                </c:pt>
                <c:pt idx="115">
                  <c:v>571.006</c:v>
                </c:pt>
                <c:pt idx="116">
                  <c:v>576.0060000000001</c:v>
                </c:pt>
                <c:pt idx="117">
                  <c:v>581.006</c:v>
                </c:pt>
                <c:pt idx="118">
                  <c:v>585.8919999999999</c:v>
                </c:pt>
                <c:pt idx="119">
                  <c:v>590.892</c:v>
                </c:pt>
                <c:pt idx="120">
                  <c:v>595.8919999999999</c:v>
                </c:pt>
                <c:pt idx="121">
                  <c:v>600.892</c:v>
                </c:pt>
                <c:pt idx="122">
                  <c:v>605.7769999999999</c:v>
                </c:pt>
                <c:pt idx="123">
                  <c:v>610.777</c:v>
                </c:pt>
                <c:pt idx="124">
                  <c:v>615.777</c:v>
                </c:pt>
                <c:pt idx="125">
                  <c:v>620.663</c:v>
                </c:pt>
                <c:pt idx="126">
                  <c:v>625.663</c:v>
                </c:pt>
                <c:pt idx="127">
                  <c:v>630.663</c:v>
                </c:pt>
                <c:pt idx="128">
                  <c:v>635.663</c:v>
                </c:pt>
                <c:pt idx="129">
                  <c:v>640.548</c:v>
                </c:pt>
                <c:pt idx="130">
                  <c:v>645.548</c:v>
                </c:pt>
                <c:pt idx="131">
                  <c:v>650.548</c:v>
                </c:pt>
                <c:pt idx="132">
                  <c:v>655.434</c:v>
                </c:pt>
                <c:pt idx="133">
                  <c:v>660.4340000000001</c:v>
                </c:pt>
                <c:pt idx="134">
                  <c:v>665.434</c:v>
                </c:pt>
                <c:pt idx="135">
                  <c:v>670.434</c:v>
                </c:pt>
                <c:pt idx="136">
                  <c:v>675.319</c:v>
                </c:pt>
                <c:pt idx="137">
                  <c:v>680.319</c:v>
                </c:pt>
                <c:pt idx="138">
                  <c:v>685.3190000000001</c:v>
                </c:pt>
                <c:pt idx="139">
                  <c:v>690.205</c:v>
                </c:pt>
                <c:pt idx="140">
                  <c:v>695.2049999999999</c:v>
                </c:pt>
                <c:pt idx="141">
                  <c:v>700.205</c:v>
                </c:pt>
                <c:pt idx="142">
                  <c:v>705.2049999999999</c:v>
                </c:pt>
                <c:pt idx="143">
                  <c:v>710.09</c:v>
                </c:pt>
                <c:pt idx="144">
                  <c:v>715.09</c:v>
                </c:pt>
                <c:pt idx="145">
                  <c:v>720.09</c:v>
                </c:pt>
                <c:pt idx="146">
                  <c:v>725.09</c:v>
                </c:pt>
                <c:pt idx="147">
                  <c:v>729.976</c:v>
                </c:pt>
                <c:pt idx="148">
                  <c:v>734.976</c:v>
                </c:pt>
                <c:pt idx="149">
                  <c:v>739.976</c:v>
                </c:pt>
                <c:pt idx="150">
                  <c:v>744.861</c:v>
                </c:pt>
                <c:pt idx="151">
                  <c:v>749.861</c:v>
                </c:pt>
                <c:pt idx="152">
                  <c:v>754.8610000000001</c:v>
                </c:pt>
                <c:pt idx="153">
                  <c:v>759.861</c:v>
                </c:pt>
                <c:pt idx="154">
                  <c:v>764.747</c:v>
                </c:pt>
                <c:pt idx="155">
                  <c:v>769.7470000000001</c:v>
                </c:pt>
                <c:pt idx="156">
                  <c:v>774.747</c:v>
                </c:pt>
                <c:pt idx="157">
                  <c:v>779.632</c:v>
                </c:pt>
                <c:pt idx="158">
                  <c:v>784.6320000000001</c:v>
                </c:pt>
                <c:pt idx="159">
                  <c:v>789.632</c:v>
                </c:pt>
                <c:pt idx="160">
                  <c:v>794.6320000000001</c:v>
                </c:pt>
                <c:pt idx="161">
                  <c:v>799.518</c:v>
                </c:pt>
                <c:pt idx="162">
                  <c:v>804.5179999999999</c:v>
                </c:pt>
                <c:pt idx="163">
                  <c:v>809.518</c:v>
                </c:pt>
                <c:pt idx="164">
                  <c:v>814.403</c:v>
                </c:pt>
                <c:pt idx="165">
                  <c:v>819.403</c:v>
                </c:pt>
                <c:pt idx="166">
                  <c:v>824.403</c:v>
                </c:pt>
                <c:pt idx="167">
                  <c:v>829.403</c:v>
                </c:pt>
                <c:pt idx="168">
                  <c:v>834.289</c:v>
                </c:pt>
                <c:pt idx="169">
                  <c:v>839.289</c:v>
                </c:pt>
                <c:pt idx="170">
                  <c:v>844.289</c:v>
                </c:pt>
                <c:pt idx="171">
                  <c:v>849.174</c:v>
                </c:pt>
                <c:pt idx="172">
                  <c:v>854.1740000000001</c:v>
                </c:pt>
                <c:pt idx="173">
                  <c:v>859.174</c:v>
                </c:pt>
                <c:pt idx="174">
                  <c:v>864.1740000000001</c:v>
                </c:pt>
                <c:pt idx="175">
                  <c:v>869.0600000000001</c:v>
                </c:pt>
                <c:pt idx="176">
                  <c:v>874.06</c:v>
                </c:pt>
                <c:pt idx="177">
                  <c:v>879.0600000000001</c:v>
                </c:pt>
                <c:pt idx="178">
                  <c:v>884.06</c:v>
                </c:pt>
                <c:pt idx="179">
                  <c:v>888.945</c:v>
                </c:pt>
                <c:pt idx="180">
                  <c:v>893.945</c:v>
                </c:pt>
                <c:pt idx="181">
                  <c:v>898.9449999999999</c:v>
                </c:pt>
                <c:pt idx="182">
                  <c:v>903.831</c:v>
                </c:pt>
                <c:pt idx="183">
                  <c:v>908.831</c:v>
                </c:pt>
                <c:pt idx="184">
                  <c:v>913.831</c:v>
                </c:pt>
                <c:pt idx="185">
                  <c:v>918.831</c:v>
                </c:pt>
                <c:pt idx="186">
                  <c:v>923.716</c:v>
                </c:pt>
                <c:pt idx="187">
                  <c:v>928.716</c:v>
                </c:pt>
                <c:pt idx="188">
                  <c:v>933.716</c:v>
                </c:pt>
                <c:pt idx="189">
                  <c:v>938.602</c:v>
                </c:pt>
                <c:pt idx="190">
                  <c:v>943.602</c:v>
                </c:pt>
                <c:pt idx="191">
                  <c:v>948.602</c:v>
                </c:pt>
                <c:pt idx="192">
                  <c:v>953.602</c:v>
                </c:pt>
                <c:pt idx="193">
                  <c:v>958.4870000000001</c:v>
                </c:pt>
                <c:pt idx="194">
                  <c:v>963.4870000000001</c:v>
                </c:pt>
                <c:pt idx="195">
                  <c:v>968.487</c:v>
                </c:pt>
                <c:pt idx="196">
                  <c:v>973.3729999999999</c:v>
                </c:pt>
                <c:pt idx="197">
                  <c:v>978.3729999999999</c:v>
                </c:pt>
                <c:pt idx="198">
                  <c:v>983.373</c:v>
                </c:pt>
                <c:pt idx="199">
                  <c:v>988.373</c:v>
                </c:pt>
                <c:pt idx="200">
                  <c:v>993.258</c:v>
                </c:pt>
                <c:pt idx="201">
                  <c:v>998.2579999999999</c:v>
                </c:pt>
                <c:pt idx="202">
                  <c:v>1003.2580000000002</c:v>
                </c:pt>
                <c:pt idx="203">
                  <c:v>1008.2040000000001</c:v>
                </c:pt>
                <c:pt idx="204">
                  <c:v>1013.144</c:v>
                </c:pt>
                <c:pt idx="205">
                  <c:v>1018.144</c:v>
                </c:pt>
                <c:pt idx="206">
                  <c:v>1023.1439999999999</c:v>
                </c:pt>
                <c:pt idx="207">
                  <c:v>1028.029</c:v>
                </c:pt>
                <c:pt idx="208">
                  <c:v>1033.029</c:v>
                </c:pt>
                <c:pt idx="209">
                  <c:v>1038.029</c:v>
                </c:pt>
                <c:pt idx="210">
                  <c:v>1043.029</c:v>
                </c:pt>
                <c:pt idx="211">
                  <c:v>1047.915</c:v>
                </c:pt>
                <c:pt idx="212">
                  <c:v>1052.915</c:v>
                </c:pt>
                <c:pt idx="213">
                  <c:v>1057.915</c:v>
                </c:pt>
                <c:pt idx="214">
                  <c:v>1062.8</c:v>
                </c:pt>
                <c:pt idx="215">
                  <c:v>1067.8</c:v>
                </c:pt>
                <c:pt idx="216">
                  <c:v>1072.8</c:v>
                </c:pt>
                <c:pt idx="217">
                  <c:v>1077.8000000000002</c:v>
                </c:pt>
                <c:pt idx="218">
                  <c:v>1082.6860000000001</c:v>
                </c:pt>
                <c:pt idx="219">
                  <c:v>1087.686</c:v>
                </c:pt>
                <c:pt idx="220">
                  <c:v>1092.686</c:v>
                </c:pt>
                <c:pt idx="221">
                  <c:v>1097.571</c:v>
                </c:pt>
                <c:pt idx="222">
                  <c:v>1102.5710000000001</c:v>
                </c:pt>
                <c:pt idx="223">
                  <c:v>1107.5710000000001</c:v>
                </c:pt>
                <c:pt idx="224">
                  <c:v>1112.571</c:v>
                </c:pt>
                <c:pt idx="225">
                  <c:v>1117.4569999999999</c:v>
                </c:pt>
                <c:pt idx="226">
                  <c:v>1122.4569999999999</c:v>
                </c:pt>
                <c:pt idx="227">
                  <c:v>1127.457</c:v>
                </c:pt>
                <c:pt idx="228">
                  <c:v>1132.342</c:v>
                </c:pt>
                <c:pt idx="229">
                  <c:v>1137.342</c:v>
                </c:pt>
                <c:pt idx="230">
                  <c:v>1142.3419999999999</c:v>
                </c:pt>
                <c:pt idx="231">
                  <c:v>1147.3419999999999</c:v>
                </c:pt>
                <c:pt idx="232">
                  <c:v>1152.228</c:v>
                </c:pt>
                <c:pt idx="233">
                  <c:v>1157.228</c:v>
                </c:pt>
                <c:pt idx="234">
                  <c:v>1162.228</c:v>
                </c:pt>
                <c:pt idx="235">
                  <c:v>1167.2279999999998</c:v>
                </c:pt>
                <c:pt idx="236">
                  <c:v>1172.1129999999998</c:v>
                </c:pt>
                <c:pt idx="237">
                  <c:v>1177.113</c:v>
                </c:pt>
                <c:pt idx="238">
                  <c:v>1182.113</c:v>
                </c:pt>
                <c:pt idx="239">
                  <c:v>1186.999</c:v>
                </c:pt>
                <c:pt idx="240">
                  <c:v>1191.999</c:v>
                </c:pt>
                <c:pt idx="241">
                  <c:v>1196.9989999999998</c:v>
                </c:pt>
                <c:pt idx="242">
                  <c:v>1201.999</c:v>
                </c:pt>
                <c:pt idx="243">
                  <c:v>1206.884</c:v>
                </c:pt>
                <c:pt idx="244">
                  <c:v>1211.884</c:v>
                </c:pt>
                <c:pt idx="245">
                  <c:v>1216.884</c:v>
                </c:pt>
                <c:pt idx="246">
                  <c:v>1221.77</c:v>
                </c:pt>
                <c:pt idx="247">
                  <c:v>1226.77</c:v>
                </c:pt>
                <c:pt idx="248">
                  <c:v>1231.77</c:v>
                </c:pt>
                <c:pt idx="249">
                  <c:v>1236.77</c:v>
                </c:pt>
                <c:pt idx="250">
                  <c:v>1241.655</c:v>
                </c:pt>
                <c:pt idx="251">
                  <c:v>1246.6550000000002</c:v>
                </c:pt>
                <c:pt idx="252">
                  <c:v>1251.655</c:v>
                </c:pt>
                <c:pt idx="253">
                  <c:v>1256.541</c:v>
                </c:pt>
                <c:pt idx="254">
                  <c:v>1261.541</c:v>
                </c:pt>
                <c:pt idx="255">
                  <c:v>1266.541</c:v>
                </c:pt>
                <c:pt idx="256">
                  <c:v>1271.5410000000002</c:v>
                </c:pt>
                <c:pt idx="257">
                  <c:v>1276.4260000000002</c:v>
                </c:pt>
                <c:pt idx="258">
                  <c:v>1281.426</c:v>
                </c:pt>
                <c:pt idx="259">
                  <c:v>1286.426</c:v>
                </c:pt>
                <c:pt idx="260">
                  <c:v>1291.312</c:v>
                </c:pt>
                <c:pt idx="261">
                  <c:v>1296.3120000000001</c:v>
                </c:pt>
                <c:pt idx="262">
                  <c:v>1301.3120000000001</c:v>
                </c:pt>
                <c:pt idx="263">
                  <c:v>1306.312</c:v>
                </c:pt>
                <c:pt idx="264">
                  <c:v>1311.197</c:v>
                </c:pt>
                <c:pt idx="265">
                  <c:v>1316.197</c:v>
                </c:pt>
                <c:pt idx="266">
                  <c:v>1321.1970000000001</c:v>
                </c:pt>
                <c:pt idx="267">
                  <c:v>1326.1970000000001</c:v>
                </c:pt>
                <c:pt idx="268">
                  <c:v>1331.083</c:v>
                </c:pt>
                <c:pt idx="269">
                  <c:v>1336.0829999999999</c:v>
                </c:pt>
                <c:pt idx="270">
                  <c:v>1341.0829999999999</c:v>
                </c:pt>
                <c:pt idx="271">
                  <c:v>1345.968</c:v>
                </c:pt>
                <c:pt idx="272">
                  <c:v>1350.968</c:v>
                </c:pt>
                <c:pt idx="273">
                  <c:v>1355.968</c:v>
                </c:pt>
                <c:pt idx="274">
                  <c:v>1360.9679999999998</c:v>
                </c:pt>
                <c:pt idx="275">
                  <c:v>1365.8539999999998</c:v>
                </c:pt>
                <c:pt idx="276">
                  <c:v>1370.854</c:v>
                </c:pt>
                <c:pt idx="277">
                  <c:v>1375.854</c:v>
                </c:pt>
                <c:pt idx="278">
                  <c:v>1380.739</c:v>
                </c:pt>
                <c:pt idx="279">
                  <c:v>1385.739</c:v>
                </c:pt>
                <c:pt idx="280">
                  <c:v>1390.739</c:v>
                </c:pt>
                <c:pt idx="281">
                  <c:v>1395.739</c:v>
                </c:pt>
                <c:pt idx="282">
                  <c:v>1400.625</c:v>
                </c:pt>
                <c:pt idx="283">
                  <c:v>1405.625</c:v>
                </c:pt>
                <c:pt idx="284">
                  <c:v>1410.625</c:v>
                </c:pt>
                <c:pt idx="285">
                  <c:v>1415.51</c:v>
                </c:pt>
                <c:pt idx="286">
                  <c:v>1420.51</c:v>
                </c:pt>
                <c:pt idx="287">
                  <c:v>1425.51</c:v>
                </c:pt>
                <c:pt idx="288">
                  <c:v>1430.51</c:v>
                </c:pt>
                <c:pt idx="289">
                  <c:v>1435.396</c:v>
                </c:pt>
                <c:pt idx="290">
                  <c:v>1440.396</c:v>
                </c:pt>
                <c:pt idx="291">
                  <c:v>1445.396</c:v>
                </c:pt>
                <c:pt idx="292">
                  <c:v>1450.313</c:v>
                </c:pt>
                <c:pt idx="293">
                  <c:v>1455.281</c:v>
                </c:pt>
                <c:pt idx="294">
                  <c:v>1460.281</c:v>
                </c:pt>
                <c:pt idx="295">
                  <c:v>1465.2810000000002</c:v>
                </c:pt>
                <c:pt idx="296">
                  <c:v>1470.1670000000001</c:v>
                </c:pt>
                <c:pt idx="297">
                  <c:v>1475.167</c:v>
                </c:pt>
                <c:pt idx="298">
                  <c:v>1480.167</c:v>
                </c:pt>
                <c:pt idx="299">
                  <c:v>1485.167</c:v>
                </c:pt>
                <c:pt idx="300">
                  <c:v>1490.0520000000001</c:v>
                </c:pt>
                <c:pt idx="301">
                  <c:v>1495.0520000000001</c:v>
                </c:pt>
                <c:pt idx="302">
                  <c:v>1500.052</c:v>
                </c:pt>
                <c:pt idx="303">
                  <c:v>1504.9379999999999</c:v>
                </c:pt>
                <c:pt idx="304">
                  <c:v>1509.9379999999999</c:v>
                </c:pt>
                <c:pt idx="305">
                  <c:v>1514.938</c:v>
                </c:pt>
                <c:pt idx="306">
                  <c:v>1519.938</c:v>
                </c:pt>
                <c:pt idx="307">
                  <c:v>1524.823</c:v>
                </c:pt>
                <c:pt idx="308">
                  <c:v>1529.8229999999999</c:v>
                </c:pt>
                <c:pt idx="309">
                  <c:v>1534.8229999999999</c:v>
                </c:pt>
                <c:pt idx="310">
                  <c:v>1539.709</c:v>
                </c:pt>
                <c:pt idx="311">
                  <c:v>1544.709</c:v>
                </c:pt>
                <c:pt idx="312">
                  <c:v>1549.709</c:v>
                </c:pt>
                <c:pt idx="313">
                  <c:v>1554.709</c:v>
                </c:pt>
                <c:pt idx="314">
                  <c:v>1559.5939999999998</c:v>
                </c:pt>
                <c:pt idx="315">
                  <c:v>1564.594</c:v>
                </c:pt>
                <c:pt idx="316">
                  <c:v>1569.594</c:v>
                </c:pt>
                <c:pt idx="317">
                  <c:v>1574.48</c:v>
                </c:pt>
                <c:pt idx="318">
                  <c:v>1579.48</c:v>
                </c:pt>
                <c:pt idx="319">
                  <c:v>1584.48</c:v>
                </c:pt>
                <c:pt idx="320">
                  <c:v>1589.48</c:v>
                </c:pt>
                <c:pt idx="321">
                  <c:v>1594.365</c:v>
                </c:pt>
                <c:pt idx="322">
                  <c:v>1599.365</c:v>
                </c:pt>
                <c:pt idx="323">
                  <c:v>1604.365</c:v>
                </c:pt>
                <c:pt idx="324">
                  <c:v>1609.365</c:v>
                </c:pt>
                <c:pt idx="325">
                  <c:v>1614.251</c:v>
                </c:pt>
                <c:pt idx="326">
                  <c:v>1619.251</c:v>
                </c:pt>
                <c:pt idx="327">
                  <c:v>1624.251</c:v>
                </c:pt>
                <c:pt idx="328">
                  <c:v>1629.136</c:v>
                </c:pt>
                <c:pt idx="329">
                  <c:v>1634.1360000000002</c:v>
                </c:pt>
                <c:pt idx="330">
                  <c:v>1639.136</c:v>
                </c:pt>
                <c:pt idx="331">
                  <c:v>1644.136</c:v>
                </c:pt>
                <c:pt idx="332">
                  <c:v>1649.022</c:v>
                </c:pt>
                <c:pt idx="333">
                  <c:v>1654.022</c:v>
                </c:pt>
                <c:pt idx="334">
                  <c:v>1659.0220000000002</c:v>
                </c:pt>
                <c:pt idx="335">
                  <c:v>1663.9070000000002</c:v>
                </c:pt>
                <c:pt idx="336">
                  <c:v>1668.907</c:v>
                </c:pt>
                <c:pt idx="337">
                  <c:v>1673.907</c:v>
                </c:pt>
                <c:pt idx="338">
                  <c:v>1678.907</c:v>
                </c:pt>
                <c:pt idx="339">
                  <c:v>1683.7930000000001</c:v>
                </c:pt>
                <c:pt idx="340">
                  <c:v>1688.7930000000001</c:v>
                </c:pt>
                <c:pt idx="341">
                  <c:v>1693.793</c:v>
                </c:pt>
                <c:pt idx="342">
                  <c:v>1698.6779999999999</c:v>
                </c:pt>
                <c:pt idx="343">
                  <c:v>1703.6779999999999</c:v>
                </c:pt>
                <c:pt idx="344">
                  <c:v>1708.678</c:v>
                </c:pt>
                <c:pt idx="345">
                  <c:v>1713.678</c:v>
                </c:pt>
                <c:pt idx="346">
                  <c:v>1718.564</c:v>
                </c:pt>
                <c:pt idx="347">
                  <c:v>1723.5639999999999</c:v>
                </c:pt>
                <c:pt idx="348">
                  <c:v>1728.5639999999999</c:v>
                </c:pt>
                <c:pt idx="349">
                  <c:v>1733.449</c:v>
                </c:pt>
                <c:pt idx="350">
                  <c:v>1738.449</c:v>
                </c:pt>
                <c:pt idx="351">
                  <c:v>1743.449</c:v>
                </c:pt>
                <c:pt idx="352">
                  <c:v>1748.4489999999998</c:v>
                </c:pt>
                <c:pt idx="353">
                  <c:v>1753.3349999999998</c:v>
                </c:pt>
                <c:pt idx="354">
                  <c:v>1758.335</c:v>
                </c:pt>
                <c:pt idx="355">
                  <c:v>1763.335</c:v>
                </c:pt>
                <c:pt idx="356">
                  <c:v>1768.335</c:v>
                </c:pt>
                <c:pt idx="357">
                  <c:v>1773.22</c:v>
                </c:pt>
                <c:pt idx="358">
                  <c:v>1778.22</c:v>
                </c:pt>
                <c:pt idx="359">
                  <c:v>1783.22</c:v>
                </c:pt>
                <c:pt idx="360">
                  <c:v>1788.106</c:v>
                </c:pt>
                <c:pt idx="361">
                  <c:v>1793.106</c:v>
                </c:pt>
                <c:pt idx="362">
                  <c:v>1798.106</c:v>
                </c:pt>
                <c:pt idx="363">
                  <c:v>1803.106</c:v>
                </c:pt>
                <c:pt idx="364">
                  <c:v>1807.991</c:v>
                </c:pt>
                <c:pt idx="365">
                  <c:v>1812.991</c:v>
                </c:pt>
                <c:pt idx="366">
                  <c:v>1817.991</c:v>
                </c:pt>
                <c:pt idx="367">
                  <c:v>1822.877</c:v>
                </c:pt>
                <c:pt idx="368">
                  <c:v>1827.877</c:v>
                </c:pt>
                <c:pt idx="369">
                  <c:v>1832.877</c:v>
                </c:pt>
                <c:pt idx="370">
                  <c:v>1837.877</c:v>
                </c:pt>
                <c:pt idx="371">
                  <c:v>1842.762</c:v>
                </c:pt>
                <c:pt idx="372">
                  <c:v>1847.762</c:v>
                </c:pt>
                <c:pt idx="373">
                  <c:v>1852.7620000000002</c:v>
                </c:pt>
                <c:pt idx="374">
                  <c:v>1857.6480000000001</c:v>
                </c:pt>
                <c:pt idx="375">
                  <c:v>1862.648</c:v>
                </c:pt>
                <c:pt idx="376">
                  <c:v>1867.648</c:v>
                </c:pt>
                <c:pt idx="377">
                  <c:v>1872.648</c:v>
                </c:pt>
                <c:pt idx="378">
                  <c:v>1877.5330000000001</c:v>
                </c:pt>
                <c:pt idx="379">
                  <c:v>1882.5330000000001</c:v>
                </c:pt>
                <c:pt idx="380">
                  <c:v>1887.533</c:v>
                </c:pt>
                <c:pt idx="381">
                  <c:v>1892.479</c:v>
                </c:pt>
                <c:pt idx="382">
                  <c:v>1897.4189999999999</c:v>
                </c:pt>
                <c:pt idx="383">
                  <c:v>1902.419</c:v>
                </c:pt>
                <c:pt idx="384">
                  <c:v>1907.419</c:v>
                </c:pt>
                <c:pt idx="385">
                  <c:v>1912.304</c:v>
                </c:pt>
                <c:pt idx="386">
                  <c:v>1917.3039999999999</c:v>
                </c:pt>
                <c:pt idx="387">
                  <c:v>1922.3039999999999</c:v>
                </c:pt>
                <c:pt idx="388">
                  <c:v>1927.3039999999999</c:v>
                </c:pt>
                <c:pt idx="389">
                  <c:v>1932.19</c:v>
                </c:pt>
                <c:pt idx="390">
                  <c:v>1937.19</c:v>
                </c:pt>
                <c:pt idx="391">
                  <c:v>1942.19</c:v>
                </c:pt>
                <c:pt idx="392">
                  <c:v>1947.0749999999998</c:v>
                </c:pt>
                <c:pt idx="393">
                  <c:v>1952.0749999999998</c:v>
                </c:pt>
                <c:pt idx="394">
                  <c:v>1957.0749999999998</c:v>
                </c:pt>
                <c:pt idx="395">
                  <c:v>1962.0750000000003</c:v>
                </c:pt>
                <c:pt idx="396">
                  <c:v>1966.961</c:v>
                </c:pt>
                <c:pt idx="397">
                  <c:v>1971.961</c:v>
                </c:pt>
                <c:pt idx="398">
                  <c:v>1976.9609999999998</c:v>
                </c:pt>
                <c:pt idx="399">
                  <c:v>1981.8459999999998</c:v>
                </c:pt>
                <c:pt idx="400">
                  <c:v>1986.8460000000002</c:v>
                </c:pt>
                <c:pt idx="401">
                  <c:v>1991.8460000000002</c:v>
                </c:pt>
                <c:pt idx="402">
                  <c:v>1996.846</c:v>
                </c:pt>
              </c:numCache>
            </c:numRef>
          </c:xVal>
          <c:yVal>
            <c:numRef>
              <c:f>Sheet1!$B$2:$B$404</c:f>
              <c:numCache>
                <c:formatCode>General</c:formatCode>
                <c:ptCount val="403"/>
                <c:pt idx="0">
                  <c:v>0.850577083</c:v>
                </c:pt>
                <c:pt idx="1">
                  <c:v>0.860988905</c:v>
                </c:pt>
                <c:pt idx="2">
                  <c:v>0.869249906</c:v>
                </c:pt>
                <c:pt idx="3">
                  <c:v>0.874872644</c:v>
                </c:pt>
                <c:pt idx="4">
                  <c:v>0.87880258</c:v>
                </c:pt>
                <c:pt idx="5">
                  <c:v>0.881770475</c:v>
                </c:pt>
                <c:pt idx="6">
                  <c:v>0.884189691</c:v>
                </c:pt>
                <c:pt idx="7">
                  <c:v>0.886215609</c:v>
                </c:pt>
                <c:pt idx="8">
                  <c:v>0.885826502</c:v>
                </c:pt>
                <c:pt idx="9">
                  <c:v>0.876169828</c:v>
                </c:pt>
                <c:pt idx="10">
                  <c:v>0.870178798</c:v>
                </c:pt>
                <c:pt idx="11">
                  <c:v>0.86655537</c:v>
                </c:pt>
                <c:pt idx="12">
                  <c:v>0.864234595</c:v>
                </c:pt>
                <c:pt idx="13">
                  <c:v>0.862759371</c:v>
                </c:pt>
                <c:pt idx="14">
                  <c:v>0.861795943</c:v>
                </c:pt>
                <c:pt idx="15">
                  <c:v>0.869596662</c:v>
                </c:pt>
                <c:pt idx="16">
                  <c:v>0.878319192</c:v>
                </c:pt>
                <c:pt idx="17">
                  <c:v>0.872479169</c:v>
                </c:pt>
                <c:pt idx="18">
                  <c:v>0.868832111</c:v>
                </c:pt>
                <c:pt idx="19">
                  <c:v>0.86648488</c:v>
                </c:pt>
                <c:pt idx="20">
                  <c:v>0.865013105</c:v>
                </c:pt>
                <c:pt idx="21">
                  <c:v>0.864086592</c:v>
                </c:pt>
                <c:pt idx="22">
                  <c:v>0.870434191</c:v>
                </c:pt>
                <c:pt idx="23">
                  <c:v>0.879635343</c:v>
                </c:pt>
                <c:pt idx="24">
                  <c:v>0.885919943</c:v>
                </c:pt>
                <c:pt idx="25">
                  <c:v>0.879593443</c:v>
                </c:pt>
                <c:pt idx="26">
                  <c:v>0.874561038</c:v>
                </c:pt>
                <c:pt idx="27">
                  <c:v>0.87137629</c:v>
                </c:pt>
                <c:pt idx="28">
                  <c:v>0.869393295</c:v>
                </c:pt>
                <c:pt idx="29">
                  <c:v>0.873717686</c:v>
                </c:pt>
                <c:pt idx="30">
                  <c:v>0.882972107</c:v>
                </c:pt>
                <c:pt idx="31">
                  <c:v>0.88917838</c:v>
                </c:pt>
                <c:pt idx="32">
                  <c:v>0.892685921</c:v>
                </c:pt>
                <c:pt idx="33">
                  <c:v>0.88451785</c:v>
                </c:pt>
                <c:pt idx="34">
                  <c:v>0.879210653</c:v>
                </c:pt>
                <c:pt idx="35">
                  <c:v>0.875921734</c:v>
                </c:pt>
                <c:pt idx="36">
                  <c:v>0.87795675</c:v>
                </c:pt>
                <c:pt idx="37">
                  <c:v>0.887240983</c:v>
                </c:pt>
                <c:pt idx="38">
                  <c:v>0.89354859</c:v>
                </c:pt>
                <c:pt idx="39">
                  <c:v>0.897908153</c:v>
                </c:pt>
                <c:pt idx="40">
                  <c:v>0.894878618</c:v>
                </c:pt>
                <c:pt idx="41">
                  <c:v>0.887579354</c:v>
                </c:pt>
                <c:pt idx="42">
                  <c:v>0.883119115</c:v>
                </c:pt>
                <c:pt idx="43">
                  <c:v>0.882812635</c:v>
                </c:pt>
                <c:pt idx="44">
                  <c:v>0.892041621</c:v>
                </c:pt>
                <c:pt idx="45">
                  <c:v>0.898410556</c:v>
                </c:pt>
                <c:pt idx="46">
                  <c:v>0.902780648</c:v>
                </c:pt>
                <c:pt idx="47">
                  <c:v>0.904277964</c:v>
                </c:pt>
                <c:pt idx="48">
                  <c:v>0.895533601</c:v>
                </c:pt>
                <c:pt idx="49">
                  <c:v>0.89000812</c:v>
                </c:pt>
                <c:pt idx="50">
                  <c:v>0.887455086</c:v>
                </c:pt>
                <c:pt idx="51">
                  <c:v>0.897012956</c:v>
                </c:pt>
                <c:pt idx="52">
                  <c:v>0.90341573</c:v>
                </c:pt>
                <c:pt idx="53">
                  <c:v>0.907872904</c:v>
                </c:pt>
                <c:pt idx="54">
                  <c:v>0.911146104</c:v>
                </c:pt>
                <c:pt idx="55">
                  <c:v>0.902268047</c:v>
                </c:pt>
                <c:pt idx="56">
                  <c:v>0.896295993</c:v>
                </c:pt>
                <c:pt idx="57">
                  <c:v>0.892570863</c:v>
                </c:pt>
                <c:pt idx="58">
                  <c:v>0.901570157</c:v>
                </c:pt>
                <c:pt idx="59">
                  <c:v>0.908217114</c:v>
                </c:pt>
                <c:pt idx="60">
                  <c:v>0.912888946</c:v>
                </c:pt>
                <c:pt idx="61">
                  <c:v>0.916288121</c:v>
                </c:pt>
                <c:pt idx="62">
                  <c:v>0.907599603</c:v>
                </c:pt>
                <c:pt idx="63">
                  <c:v>0.901634595</c:v>
                </c:pt>
                <c:pt idx="64">
                  <c:v>0.897853367</c:v>
                </c:pt>
                <c:pt idx="65">
                  <c:v>0.905712345</c:v>
                </c:pt>
                <c:pt idx="66">
                  <c:v>0.912775915</c:v>
                </c:pt>
                <c:pt idx="67">
                  <c:v>0.917690514</c:v>
                </c:pt>
                <c:pt idx="68">
                  <c:v>0.920509683</c:v>
                </c:pt>
                <c:pt idx="69">
                  <c:v>0.911572423</c:v>
                </c:pt>
                <c:pt idx="70">
                  <c:v>0.905965761</c:v>
                </c:pt>
                <c:pt idx="71">
                  <c:v>0.902463723</c:v>
                </c:pt>
                <c:pt idx="72">
                  <c:v>0.90919101</c:v>
                </c:pt>
                <c:pt idx="73">
                  <c:v>0.916776739</c:v>
                </c:pt>
                <c:pt idx="74">
                  <c:v>0.922010535</c:v>
                </c:pt>
                <c:pt idx="75">
                  <c:v>0.922270901</c:v>
                </c:pt>
                <c:pt idx="76">
                  <c:v>0.91439226</c:v>
                </c:pt>
                <c:pt idx="77">
                  <c:v>0.909490783</c:v>
                </c:pt>
                <c:pt idx="78">
                  <c:v>0.906423746</c:v>
                </c:pt>
                <c:pt idx="79">
                  <c:v>0.911923942</c:v>
                </c:pt>
                <c:pt idx="80">
                  <c:v>0.920122256</c:v>
                </c:pt>
                <c:pt idx="81">
                  <c:v>0.92575764</c:v>
                </c:pt>
                <c:pt idx="82">
                  <c:v>0.922947439</c:v>
                </c:pt>
                <c:pt idx="83">
                  <c:v>0.916350462</c:v>
                </c:pt>
                <c:pt idx="84">
                  <c:v>0.912222933</c:v>
                </c:pt>
                <c:pt idx="85">
                  <c:v>0.909646404</c:v>
                </c:pt>
                <c:pt idx="86">
                  <c:v>0.91404779</c:v>
                </c:pt>
                <c:pt idx="87">
                  <c:v>0.922911114</c:v>
                </c:pt>
                <c:pt idx="88">
                  <c:v>0.928988697</c:v>
                </c:pt>
                <c:pt idx="89">
                  <c:v>0.922715947</c:v>
                </c:pt>
                <c:pt idx="90">
                  <c:v>0.917595329</c:v>
                </c:pt>
                <c:pt idx="91">
                  <c:v>0.914306014</c:v>
                </c:pt>
                <c:pt idx="92">
                  <c:v>0.912260587</c:v>
                </c:pt>
                <c:pt idx="93">
                  <c:v>0.915518839</c:v>
                </c:pt>
                <c:pt idx="94">
                  <c:v>0.925094157</c:v>
                </c:pt>
                <c:pt idx="95">
                  <c:v>0.928493548</c:v>
                </c:pt>
                <c:pt idx="96">
                  <c:v>0.922157432</c:v>
                </c:pt>
                <c:pt idx="97">
                  <c:v>0.918294326</c:v>
                </c:pt>
                <c:pt idx="98">
                  <c:v>0.915812123</c:v>
                </c:pt>
                <c:pt idx="99">
                  <c:v>0.914264052</c:v>
                </c:pt>
                <c:pt idx="100">
                  <c:v>0.916303853</c:v>
                </c:pt>
                <c:pt idx="101">
                  <c:v>0.926593515</c:v>
                </c:pt>
                <c:pt idx="102">
                  <c:v>0.925774667</c:v>
                </c:pt>
                <c:pt idx="103">
                  <c:v>0.921255811</c:v>
                </c:pt>
                <c:pt idx="104">
                  <c:v>0.918497549</c:v>
                </c:pt>
                <c:pt idx="105">
                  <c:v>0.916722907</c:v>
                </c:pt>
                <c:pt idx="106">
                  <c:v>0.915622925</c:v>
                </c:pt>
                <c:pt idx="107">
                  <c:v>0.916304984</c:v>
                </c:pt>
                <c:pt idx="108">
                  <c:v>0.927309285</c:v>
                </c:pt>
                <c:pt idx="109">
                  <c:v>0.92300355</c:v>
                </c:pt>
                <c:pt idx="110">
                  <c:v>0.9201249</c:v>
                </c:pt>
                <c:pt idx="111">
                  <c:v>0.918343068</c:v>
                </c:pt>
                <c:pt idx="112">
                  <c:v>0.917224099</c:v>
                </c:pt>
                <c:pt idx="113">
                  <c:v>0.916509076</c:v>
                </c:pt>
                <c:pt idx="114">
                  <c:v>0.916053546</c:v>
                </c:pt>
                <c:pt idx="115">
                  <c:v>0.922692223</c:v>
                </c:pt>
                <c:pt idx="116">
                  <c:v>0.920257814</c:v>
                </c:pt>
                <c:pt idx="117">
                  <c:v>0.918731855</c:v>
                </c:pt>
                <c:pt idx="118">
                  <c:v>0.91778074</c:v>
                </c:pt>
                <c:pt idx="119">
                  <c:v>0.917182823</c:v>
                </c:pt>
                <c:pt idx="120">
                  <c:v>0.916802657</c:v>
                </c:pt>
                <c:pt idx="121">
                  <c:v>0.916574688</c:v>
                </c:pt>
                <c:pt idx="122">
                  <c:v>0.918030592</c:v>
                </c:pt>
                <c:pt idx="123">
                  <c:v>0.917407619</c:v>
                </c:pt>
                <c:pt idx="124">
                  <c:v>0.91702657</c:v>
                </c:pt>
                <c:pt idx="125">
                  <c:v>0.916768709</c:v>
                </c:pt>
                <c:pt idx="126">
                  <c:v>0.916630375</c:v>
                </c:pt>
                <c:pt idx="127">
                  <c:v>0.916544608</c:v>
                </c:pt>
                <c:pt idx="128">
                  <c:v>0.915870678</c:v>
                </c:pt>
                <c:pt idx="129">
                  <c:v>0.913522215</c:v>
                </c:pt>
                <c:pt idx="130">
                  <c:v>0.914426306</c:v>
                </c:pt>
                <c:pt idx="131">
                  <c:v>0.915000595</c:v>
                </c:pt>
                <c:pt idx="132">
                  <c:v>0.915349025</c:v>
                </c:pt>
                <c:pt idx="133">
                  <c:v>0.915578402</c:v>
                </c:pt>
                <c:pt idx="134">
                  <c:v>0.915715556</c:v>
                </c:pt>
                <c:pt idx="135">
                  <c:v>0.911612162</c:v>
                </c:pt>
                <c:pt idx="136">
                  <c:v>0.909343918</c:v>
                </c:pt>
                <c:pt idx="137">
                  <c:v>0.911518118</c:v>
                </c:pt>
                <c:pt idx="138">
                  <c:v>0.912873692</c:v>
                </c:pt>
                <c:pt idx="139">
                  <c:v>0.913673245</c:v>
                </c:pt>
                <c:pt idx="140">
                  <c:v>0.914200888</c:v>
                </c:pt>
                <c:pt idx="141">
                  <c:v>0.914515536</c:v>
                </c:pt>
                <c:pt idx="142">
                  <c:v>0.907976448</c:v>
                </c:pt>
                <c:pt idx="143">
                  <c:v>0.905198454</c:v>
                </c:pt>
                <c:pt idx="144">
                  <c:v>0.908454817</c:v>
                </c:pt>
                <c:pt idx="145">
                  <c:v>0.910453451</c:v>
                </c:pt>
                <c:pt idx="146">
                  <c:v>0.911702227</c:v>
                </c:pt>
                <c:pt idx="147">
                  <c:v>0.912412825</c:v>
                </c:pt>
                <c:pt idx="148">
                  <c:v>0.912903827</c:v>
                </c:pt>
                <c:pt idx="149">
                  <c:v>0.904876372</c:v>
                </c:pt>
                <c:pt idx="150">
                  <c:v>0.901254973</c:v>
                </c:pt>
                <c:pt idx="151">
                  <c:v>0.90529992</c:v>
                </c:pt>
                <c:pt idx="152">
                  <c:v>0.907820802</c:v>
                </c:pt>
                <c:pt idx="153">
                  <c:v>0.909419299</c:v>
                </c:pt>
                <c:pt idx="154">
                  <c:v>0.910459405</c:v>
                </c:pt>
                <c:pt idx="155">
                  <c:v>0.911076143</c:v>
                </c:pt>
                <c:pt idx="156">
                  <c:v>0.902293554</c:v>
                </c:pt>
                <c:pt idx="157">
                  <c:v>0.897365432</c:v>
                </c:pt>
                <c:pt idx="158">
                  <c:v>0.902203062</c:v>
                </c:pt>
                <c:pt idx="159">
                  <c:v>0.905166838</c:v>
                </c:pt>
                <c:pt idx="160">
                  <c:v>0.907001628</c:v>
                </c:pt>
                <c:pt idx="161">
                  <c:v>0.908219234</c:v>
                </c:pt>
                <c:pt idx="162">
                  <c:v>0.908956439</c:v>
                </c:pt>
                <c:pt idx="163">
                  <c:v>0.90015188</c:v>
                </c:pt>
                <c:pt idx="164">
                  <c:v>0.893702088</c:v>
                </c:pt>
                <c:pt idx="165">
                  <c:v>0.89910042</c:v>
                </c:pt>
                <c:pt idx="166">
                  <c:v>0.902412247</c:v>
                </c:pt>
                <c:pt idx="167">
                  <c:v>0.904561766</c:v>
                </c:pt>
                <c:pt idx="168">
                  <c:v>0.905852399</c:v>
                </c:pt>
                <c:pt idx="169">
                  <c:v>0.906640574</c:v>
                </c:pt>
                <c:pt idx="170">
                  <c:v>0.898581376</c:v>
                </c:pt>
                <c:pt idx="171">
                  <c:v>0.890304822</c:v>
                </c:pt>
                <c:pt idx="172">
                  <c:v>0.896141287</c:v>
                </c:pt>
                <c:pt idx="173">
                  <c:v>0.899818057</c:v>
                </c:pt>
                <c:pt idx="174">
                  <c:v>0.902037642</c:v>
                </c:pt>
                <c:pt idx="175">
                  <c:v>0.903488205</c:v>
                </c:pt>
                <c:pt idx="176">
                  <c:v>0.904379156</c:v>
                </c:pt>
                <c:pt idx="177">
                  <c:v>0.897777738</c:v>
                </c:pt>
                <c:pt idx="178">
                  <c:v>0.888678151</c:v>
                </c:pt>
                <c:pt idx="179">
                  <c:v>0.893383331</c:v>
                </c:pt>
                <c:pt idx="180">
                  <c:v>0.897312883</c:v>
                </c:pt>
                <c:pt idx="181">
                  <c:v>0.899652984</c:v>
                </c:pt>
                <c:pt idx="182">
                  <c:v>0.901186415</c:v>
                </c:pt>
                <c:pt idx="183">
                  <c:v>0.902121591</c:v>
                </c:pt>
                <c:pt idx="184">
                  <c:v>0.897846814</c:v>
                </c:pt>
                <c:pt idx="185">
                  <c:v>0.888008947</c:v>
                </c:pt>
                <c:pt idx="186">
                  <c:v>0.891051665</c:v>
                </c:pt>
                <c:pt idx="187">
                  <c:v>0.895038439</c:v>
                </c:pt>
                <c:pt idx="188">
                  <c:v>0.89746211</c:v>
                </c:pt>
                <c:pt idx="189">
                  <c:v>0.899033201</c:v>
                </c:pt>
                <c:pt idx="190">
                  <c:v>0.89993587</c:v>
                </c:pt>
                <c:pt idx="191">
                  <c:v>0.899041955</c:v>
                </c:pt>
                <c:pt idx="192">
                  <c:v>0.888001276</c:v>
                </c:pt>
                <c:pt idx="193">
                  <c:v>0.889161596</c:v>
                </c:pt>
                <c:pt idx="194">
                  <c:v>0.893072264</c:v>
                </c:pt>
                <c:pt idx="195">
                  <c:v>0.89559385</c:v>
                </c:pt>
                <c:pt idx="196">
                  <c:v>0.897073278</c:v>
                </c:pt>
                <c:pt idx="197">
                  <c:v>0.898086253</c:v>
                </c:pt>
                <c:pt idx="198">
                  <c:v>0.898627524</c:v>
                </c:pt>
                <c:pt idx="199">
                  <c:v>0.888901407</c:v>
                </c:pt>
                <c:pt idx="200">
                  <c:v>0.887742846</c:v>
                </c:pt>
                <c:pt idx="201">
                  <c:v>0.891590177</c:v>
                </c:pt>
                <c:pt idx="202">
                  <c:v>0.894018568</c:v>
                </c:pt>
                <c:pt idx="203">
                  <c:v>0.895472699</c:v>
                </c:pt>
                <c:pt idx="204">
                  <c:v>0.896432626</c:v>
                </c:pt>
                <c:pt idx="205">
                  <c:v>0.896998982</c:v>
                </c:pt>
                <c:pt idx="206">
                  <c:v>0.890657777</c:v>
                </c:pt>
                <c:pt idx="207">
                  <c:v>0.886936353</c:v>
                </c:pt>
                <c:pt idx="208">
                  <c:v>0.890605132</c:v>
                </c:pt>
                <c:pt idx="209">
                  <c:v>0.892785262</c:v>
                </c:pt>
                <c:pt idx="210">
                  <c:v>0.894252286</c:v>
                </c:pt>
                <c:pt idx="211">
                  <c:v>0.895066923</c:v>
                </c:pt>
                <c:pt idx="212">
                  <c:v>0.895650304</c:v>
                </c:pt>
                <c:pt idx="213">
                  <c:v>0.893592216</c:v>
                </c:pt>
                <c:pt idx="214">
                  <c:v>0.886971631</c:v>
                </c:pt>
                <c:pt idx="215">
                  <c:v>0.890182324</c:v>
                </c:pt>
                <c:pt idx="216">
                  <c:v>0.892085393</c:v>
                </c:pt>
                <c:pt idx="217">
                  <c:v>0.893394462</c:v>
                </c:pt>
                <c:pt idx="218">
                  <c:v>0.894080192</c:v>
                </c:pt>
                <c:pt idx="219">
                  <c:v>0.894629926</c:v>
                </c:pt>
                <c:pt idx="220">
                  <c:v>0.894862777</c:v>
                </c:pt>
                <c:pt idx="221">
                  <c:v>0.887708602</c:v>
                </c:pt>
                <c:pt idx="222">
                  <c:v>0.890301428</c:v>
                </c:pt>
                <c:pt idx="223">
                  <c:v>0.891879947</c:v>
                </c:pt>
                <c:pt idx="224">
                  <c:v>0.892935186</c:v>
                </c:pt>
                <c:pt idx="225">
                  <c:v>0.893482335</c:v>
                </c:pt>
                <c:pt idx="226">
                  <c:v>0.893953422</c:v>
                </c:pt>
                <c:pt idx="227">
                  <c:v>0.894124023</c:v>
                </c:pt>
                <c:pt idx="228">
                  <c:v>0.889175469</c:v>
                </c:pt>
                <c:pt idx="229">
                  <c:v>0.890970793</c:v>
                </c:pt>
                <c:pt idx="230">
                  <c:v>0.892166757</c:v>
                </c:pt>
                <c:pt idx="231">
                  <c:v>0.892845017</c:v>
                </c:pt>
                <c:pt idx="232">
                  <c:v>0.893297624</c:v>
                </c:pt>
                <c:pt idx="233">
                  <c:v>0.893611412</c:v>
                </c:pt>
                <c:pt idx="234">
                  <c:v>0.893748102</c:v>
                </c:pt>
                <c:pt idx="235">
                  <c:v>0.892041836</c:v>
                </c:pt>
                <c:pt idx="236">
                  <c:v>0.892248504</c:v>
                </c:pt>
                <c:pt idx="237">
                  <c:v>0.892897968</c:v>
                </c:pt>
                <c:pt idx="238">
                  <c:v>0.893179094</c:v>
                </c:pt>
                <c:pt idx="239">
                  <c:v>0.893463842</c:v>
                </c:pt>
                <c:pt idx="240">
                  <c:v>0.89354795</c:v>
                </c:pt>
                <c:pt idx="241">
                  <c:v>0.893698755</c:v>
                </c:pt>
                <c:pt idx="242">
                  <c:v>0.893687174</c:v>
                </c:pt>
                <c:pt idx="243">
                  <c:v>0.894079122</c:v>
                </c:pt>
                <c:pt idx="244">
                  <c:v>0.893958237</c:v>
                </c:pt>
                <c:pt idx="245">
                  <c:v>0.893953213</c:v>
                </c:pt>
                <c:pt idx="246">
                  <c:v>0.893904742</c:v>
                </c:pt>
                <c:pt idx="247">
                  <c:v>0.893900811</c:v>
                </c:pt>
                <c:pt idx="248">
                  <c:v>0.893855816</c:v>
                </c:pt>
                <c:pt idx="249">
                  <c:v>0.893877277</c:v>
                </c:pt>
                <c:pt idx="250">
                  <c:v>0.89619615</c:v>
                </c:pt>
                <c:pt idx="251">
                  <c:v>0.895424175</c:v>
                </c:pt>
                <c:pt idx="252">
                  <c:v>0.894898902</c:v>
                </c:pt>
                <c:pt idx="253">
                  <c:v>0.894645928</c:v>
                </c:pt>
                <c:pt idx="254">
                  <c:v>0.89444592</c:v>
                </c:pt>
                <c:pt idx="255">
                  <c:v>0.894338286</c:v>
                </c:pt>
                <c:pt idx="256">
                  <c:v>0.894227021</c:v>
                </c:pt>
                <c:pt idx="257">
                  <c:v>0.898562104</c:v>
                </c:pt>
                <c:pt idx="258">
                  <c:v>0.897023919</c:v>
                </c:pt>
                <c:pt idx="259">
                  <c:v>0.896156147</c:v>
                </c:pt>
                <c:pt idx="260">
                  <c:v>0.895532971</c:v>
                </c:pt>
                <c:pt idx="261">
                  <c:v>0.895227418</c:v>
                </c:pt>
                <c:pt idx="262">
                  <c:v>0.894932499</c:v>
                </c:pt>
                <c:pt idx="263">
                  <c:v>0.894866218</c:v>
                </c:pt>
                <c:pt idx="264">
                  <c:v>0.900735329</c:v>
                </c:pt>
                <c:pt idx="265">
                  <c:v>0.898806917</c:v>
                </c:pt>
                <c:pt idx="266">
                  <c:v>0.897435758</c:v>
                </c:pt>
                <c:pt idx="267">
                  <c:v>0.896576015</c:v>
                </c:pt>
                <c:pt idx="268">
                  <c:v>0.896086699</c:v>
                </c:pt>
                <c:pt idx="269">
                  <c:v>0.895744833</c:v>
                </c:pt>
                <c:pt idx="270">
                  <c:v>0.895579083</c:v>
                </c:pt>
                <c:pt idx="271">
                  <c:v>0.899955246</c:v>
                </c:pt>
                <c:pt idx="272">
                  <c:v>0.900533069</c:v>
                </c:pt>
                <c:pt idx="273">
                  <c:v>0.898761878</c:v>
                </c:pt>
                <c:pt idx="274">
                  <c:v>0.89771825</c:v>
                </c:pt>
                <c:pt idx="275">
                  <c:v>0.897069496</c:v>
                </c:pt>
                <c:pt idx="276">
                  <c:v>0.896620018</c:v>
                </c:pt>
                <c:pt idx="277">
                  <c:v>0.89640176</c:v>
                </c:pt>
                <c:pt idx="278">
                  <c:v>0.899186577</c:v>
                </c:pt>
                <c:pt idx="279">
                  <c:v>0.902142087</c:v>
                </c:pt>
                <c:pt idx="280">
                  <c:v>0.900099283</c:v>
                </c:pt>
                <c:pt idx="281">
                  <c:v>0.898807437</c:v>
                </c:pt>
                <c:pt idx="282">
                  <c:v>0.898083096</c:v>
                </c:pt>
                <c:pt idx="283">
                  <c:v>0.897528021</c:v>
                </c:pt>
                <c:pt idx="284">
                  <c:v>0.897296566</c:v>
                </c:pt>
                <c:pt idx="285">
                  <c:v>0.898374224</c:v>
                </c:pt>
                <c:pt idx="286">
                  <c:v>0.903535261</c:v>
                </c:pt>
                <c:pt idx="287">
                  <c:v>0.901316343</c:v>
                </c:pt>
                <c:pt idx="288">
                  <c:v>0.899871805</c:v>
                </c:pt>
                <c:pt idx="289">
                  <c:v>0.89907362</c:v>
                </c:pt>
                <c:pt idx="290">
                  <c:v>0.898499707</c:v>
                </c:pt>
                <c:pt idx="291">
                  <c:v>0.898117468</c:v>
                </c:pt>
                <c:pt idx="292">
                  <c:v>0.897965457</c:v>
                </c:pt>
                <c:pt idx="293">
                  <c:v>0.904627468</c:v>
                </c:pt>
                <c:pt idx="294">
                  <c:v>0.902295361</c:v>
                </c:pt>
                <c:pt idx="295">
                  <c:v>0.900875594</c:v>
                </c:pt>
                <c:pt idx="296">
                  <c:v>0.899906541</c:v>
                </c:pt>
                <c:pt idx="297">
                  <c:v>0.899395686</c:v>
                </c:pt>
                <c:pt idx="298">
                  <c:v>0.899025822</c:v>
                </c:pt>
                <c:pt idx="299">
                  <c:v>0.898744421</c:v>
                </c:pt>
                <c:pt idx="300">
                  <c:v>0.905526829</c:v>
                </c:pt>
                <c:pt idx="301">
                  <c:v>0.90313017</c:v>
                </c:pt>
                <c:pt idx="302">
                  <c:v>0.901606428</c:v>
                </c:pt>
                <c:pt idx="303">
                  <c:v>0.900779266</c:v>
                </c:pt>
                <c:pt idx="304">
                  <c:v>0.90017154</c:v>
                </c:pt>
                <c:pt idx="305">
                  <c:v>0.899776957</c:v>
                </c:pt>
                <c:pt idx="306">
                  <c:v>0.899609982</c:v>
                </c:pt>
                <c:pt idx="307">
                  <c:v>0.906008741</c:v>
                </c:pt>
                <c:pt idx="308">
                  <c:v>0.903703595</c:v>
                </c:pt>
                <c:pt idx="309">
                  <c:v>0.902343303</c:v>
                </c:pt>
                <c:pt idx="310">
                  <c:v>0.901413116</c:v>
                </c:pt>
                <c:pt idx="311">
                  <c:v>0.900840064</c:v>
                </c:pt>
                <c:pt idx="312">
                  <c:v>0.90055087</c:v>
                </c:pt>
                <c:pt idx="313">
                  <c:v>0.90028201</c:v>
                </c:pt>
                <c:pt idx="314">
                  <c:v>0.906320367</c:v>
                </c:pt>
                <c:pt idx="315">
                  <c:v>0.904197825</c:v>
                </c:pt>
                <c:pt idx="316">
                  <c:v>0.902818785</c:v>
                </c:pt>
                <c:pt idx="317">
                  <c:v>0.90197301</c:v>
                </c:pt>
                <c:pt idx="318">
                  <c:v>0.901502592</c:v>
                </c:pt>
                <c:pt idx="319">
                  <c:v>0.901145961</c:v>
                </c:pt>
                <c:pt idx="320">
                  <c:v>0.900903504</c:v>
                </c:pt>
                <c:pt idx="321">
                  <c:v>0.906277391</c:v>
                </c:pt>
                <c:pt idx="322">
                  <c:v>0.904339518</c:v>
                </c:pt>
                <c:pt idx="323">
                  <c:v>0.903090524</c:v>
                </c:pt>
                <c:pt idx="324">
                  <c:v>0.902412092</c:v>
                </c:pt>
                <c:pt idx="325">
                  <c:v>0.901945866</c:v>
                </c:pt>
                <c:pt idx="326">
                  <c:v>0.901599194</c:v>
                </c:pt>
                <c:pt idx="327">
                  <c:v>0.901489103</c:v>
                </c:pt>
                <c:pt idx="328">
                  <c:v>0.90590031</c:v>
                </c:pt>
                <c:pt idx="329">
                  <c:v>0.904243148</c:v>
                </c:pt>
                <c:pt idx="330">
                  <c:v>0.903275349</c:v>
                </c:pt>
                <c:pt idx="331">
                  <c:v>0.90267342</c:v>
                </c:pt>
                <c:pt idx="332">
                  <c:v>0.90222554</c:v>
                </c:pt>
                <c:pt idx="333">
                  <c:v>0.902018953</c:v>
                </c:pt>
                <c:pt idx="334">
                  <c:v>0.901894933</c:v>
                </c:pt>
                <c:pt idx="335">
                  <c:v>0.905244248</c:v>
                </c:pt>
                <c:pt idx="336">
                  <c:v>0.904040612</c:v>
                </c:pt>
                <c:pt idx="337">
                  <c:v>0.903292031</c:v>
                </c:pt>
                <c:pt idx="338">
                  <c:v>0.902760159</c:v>
                </c:pt>
                <c:pt idx="339">
                  <c:v>0.902447157</c:v>
                </c:pt>
                <c:pt idx="340">
                  <c:v>0.902306086</c:v>
                </c:pt>
                <c:pt idx="341">
                  <c:v>0.902162625</c:v>
                </c:pt>
                <c:pt idx="342">
                  <c:v>0.903971894</c:v>
                </c:pt>
                <c:pt idx="343">
                  <c:v>0.90368584</c:v>
                </c:pt>
                <c:pt idx="344">
                  <c:v>0.903113342</c:v>
                </c:pt>
                <c:pt idx="345">
                  <c:v>0.902708216</c:v>
                </c:pt>
                <c:pt idx="346">
                  <c:v>0.902577451</c:v>
                </c:pt>
                <c:pt idx="347">
                  <c:v>0.902422593</c:v>
                </c:pt>
                <c:pt idx="348">
                  <c:v>0.902280941</c:v>
                </c:pt>
                <c:pt idx="349">
                  <c:v>0.902509846</c:v>
                </c:pt>
                <c:pt idx="350">
                  <c:v>0.903147531</c:v>
                </c:pt>
                <c:pt idx="351">
                  <c:v>0.902780426</c:v>
                </c:pt>
                <c:pt idx="352">
                  <c:v>0.902622281</c:v>
                </c:pt>
                <c:pt idx="353">
                  <c:v>0.902520167</c:v>
                </c:pt>
                <c:pt idx="354">
                  <c:v>0.902391653</c:v>
                </c:pt>
                <c:pt idx="355">
                  <c:v>0.902382691</c:v>
                </c:pt>
                <c:pt idx="356">
                  <c:v>0.902384891</c:v>
                </c:pt>
                <c:pt idx="357">
                  <c:v>0.902456119</c:v>
                </c:pt>
                <c:pt idx="358">
                  <c:v>0.902436236</c:v>
                </c:pt>
                <c:pt idx="359">
                  <c:v>0.902421249</c:v>
                </c:pt>
                <c:pt idx="360">
                  <c:v>0.90232435</c:v>
                </c:pt>
                <c:pt idx="361">
                  <c:v>0.902360867</c:v>
                </c:pt>
                <c:pt idx="362">
                  <c:v>0.902370133</c:v>
                </c:pt>
                <c:pt idx="363">
                  <c:v>0.902325359</c:v>
                </c:pt>
                <c:pt idx="364">
                  <c:v>0.901800343</c:v>
                </c:pt>
                <c:pt idx="365">
                  <c:v>0.901983361</c:v>
                </c:pt>
                <c:pt idx="366">
                  <c:v>0.902045803</c:v>
                </c:pt>
                <c:pt idx="367">
                  <c:v>0.902154987</c:v>
                </c:pt>
                <c:pt idx="368">
                  <c:v>0.902202124</c:v>
                </c:pt>
                <c:pt idx="369">
                  <c:v>0.902179693</c:v>
                </c:pt>
                <c:pt idx="370">
                  <c:v>0.902206715</c:v>
                </c:pt>
                <c:pt idx="371">
                  <c:v>0.901085118</c:v>
                </c:pt>
                <c:pt idx="372">
                  <c:v>0.901413492</c:v>
                </c:pt>
                <c:pt idx="373">
                  <c:v>0.901709802</c:v>
                </c:pt>
                <c:pt idx="374">
                  <c:v>0.901870389</c:v>
                </c:pt>
                <c:pt idx="375">
                  <c:v>0.901904798</c:v>
                </c:pt>
                <c:pt idx="376">
                  <c:v>0.902032896</c:v>
                </c:pt>
                <c:pt idx="377">
                  <c:v>0.902071731</c:v>
                </c:pt>
                <c:pt idx="378">
                  <c:v>0.90026102</c:v>
                </c:pt>
                <c:pt idx="379">
                  <c:v>0.900938819</c:v>
                </c:pt>
                <c:pt idx="380">
                  <c:v>0.901291837</c:v>
                </c:pt>
                <c:pt idx="381">
                  <c:v>0.901473158</c:v>
                </c:pt>
                <c:pt idx="382">
                  <c:v>0.901691286</c:v>
                </c:pt>
                <c:pt idx="383">
                  <c:v>0.901741296</c:v>
                </c:pt>
                <c:pt idx="384">
                  <c:v>0.901768558</c:v>
                </c:pt>
                <c:pt idx="385">
                  <c:v>0.89955454</c:v>
                </c:pt>
                <c:pt idx="386">
                  <c:v>0.900298742</c:v>
                </c:pt>
                <c:pt idx="387">
                  <c:v>0.90081648</c:v>
                </c:pt>
                <c:pt idx="388">
                  <c:v>0.901153062</c:v>
                </c:pt>
                <c:pt idx="389">
                  <c:v>0.901274098</c:v>
                </c:pt>
                <c:pt idx="390">
                  <c:v>0.901449388</c:v>
                </c:pt>
                <c:pt idx="391">
                  <c:v>0.901530893</c:v>
                </c:pt>
                <c:pt idx="392">
                  <c:v>0.898803017</c:v>
                </c:pt>
                <c:pt idx="393">
                  <c:v>0.899818383</c:v>
                </c:pt>
                <c:pt idx="394">
                  <c:v>0.900378911</c:v>
                </c:pt>
                <c:pt idx="395">
                  <c:v>0.900706288</c:v>
                </c:pt>
                <c:pt idx="396">
                  <c:v>0.900985153</c:v>
                </c:pt>
                <c:pt idx="397">
                  <c:v>0.901076974</c:v>
                </c:pt>
                <c:pt idx="398">
                  <c:v>0.901173227</c:v>
                </c:pt>
                <c:pt idx="399">
                  <c:v>0.898204719</c:v>
                </c:pt>
                <c:pt idx="400">
                  <c:v>0.899219868</c:v>
                </c:pt>
                <c:pt idx="401">
                  <c:v>0.899959296</c:v>
                </c:pt>
                <c:pt idx="402">
                  <c:v>0.900356481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Sheet1!$B$406</c:f>
              <c:strCache>
                <c:ptCount val="1"/>
                <c:pt idx="0">
                  <c:v>true 0 V cold start (boosted): 839 ns</c:v>
                </c:pt>
              </c:strCache>
            </c:strRef>
          </c:tx>
          <c:spPr>
            <a:ln w="28575">
              <a:solidFill>
                <a:srgbClr val="1D2F82"/>
              </a:solidFill>
            </a:ln>
          </c:spPr>
          <c:marker>
            <c:symbol val="none"/>
          </c:marker>
          <c:xVal>
            <c:numRef>
              <c:f>Sheet1!$A$407:$A$809</c:f>
              <c:numCache>
                <c:formatCode>General</c:formatCode>
                <c:ptCount val="403"/>
                <c:pt idx="0">
                  <c:v>0.0002</c:v>
                </c:pt>
                <c:pt idx="1">
                  <c:v>7.15</c:v>
                </c:pt>
                <c:pt idx="2">
                  <c:v>14.65</c:v>
                </c:pt>
                <c:pt idx="3">
                  <c:v>22.036</c:v>
                </c:pt>
                <c:pt idx="4">
                  <c:v>29.536</c:v>
                </c:pt>
                <c:pt idx="5">
                  <c:v>36.921</c:v>
                </c:pt>
                <c:pt idx="6">
                  <c:v>44.421</c:v>
                </c:pt>
                <c:pt idx="7">
                  <c:v>51.921</c:v>
                </c:pt>
                <c:pt idx="8">
                  <c:v>59.307</c:v>
                </c:pt>
                <c:pt idx="9">
                  <c:v>66.807</c:v>
                </c:pt>
                <c:pt idx="10">
                  <c:v>74.192</c:v>
                </c:pt>
                <c:pt idx="11">
                  <c:v>81.69200000000001</c:v>
                </c:pt>
                <c:pt idx="12">
                  <c:v>89.078</c:v>
                </c:pt>
                <c:pt idx="13">
                  <c:v>96.578</c:v>
                </c:pt>
                <c:pt idx="14">
                  <c:v>104.078</c:v>
                </c:pt>
                <c:pt idx="15">
                  <c:v>111.463</c:v>
                </c:pt>
                <c:pt idx="16">
                  <c:v>118.96300000000001</c:v>
                </c:pt>
                <c:pt idx="17">
                  <c:v>126.34899999999999</c:v>
                </c:pt>
                <c:pt idx="18">
                  <c:v>133.849</c:v>
                </c:pt>
                <c:pt idx="19">
                  <c:v>141.34900000000002</c:v>
                </c:pt>
                <c:pt idx="20">
                  <c:v>148.73399999999998</c:v>
                </c:pt>
                <c:pt idx="21">
                  <c:v>156.23399999999998</c:v>
                </c:pt>
                <c:pt idx="22">
                  <c:v>163.62</c:v>
                </c:pt>
                <c:pt idx="23">
                  <c:v>171.12</c:v>
                </c:pt>
                <c:pt idx="24">
                  <c:v>178.505</c:v>
                </c:pt>
                <c:pt idx="25">
                  <c:v>186.005</c:v>
                </c:pt>
                <c:pt idx="26">
                  <c:v>193.50500000000002</c:v>
                </c:pt>
                <c:pt idx="27">
                  <c:v>200.891</c:v>
                </c:pt>
                <c:pt idx="28">
                  <c:v>208.391</c:v>
                </c:pt>
                <c:pt idx="29">
                  <c:v>215.776</c:v>
                </c:pt>
                <c:pt idx="30">
                  <c:v>223.27599999999998</c:v>
                </c:pt>
                <c:pt idx="31">
                  <c:v>230.662</c:v>
                </c:pt>
                <c:pt idx="32">
                  <c:v>238.162</c:v>
                </c:pt>
                <c:pt idx="33">
                  <c:v>245.662</c:v>
                </c:pt>
                <c:pt idx="34">
                  <c:v>253.04699999999997</c:v>
                </c:pt>
                <c:pt idx="35">
                  <c:v>260.547</c:v>
                </c:pt>
                <c:pt idx="36">
                  <c:v>267.933</c:v>
                </c:pt>
                <c:pt idx="37">
                  <c:v>275.433</c:v>
                </c:pt>
                <c:pt idx="38">
                  <c:v>282.933</c:v>
                </c:pt>
                <c:pt idx="39">
                  <c:v>290.31800000000004</c:v>
                </c:pt>
                <c:pt idx="40">
                  <c:v>297.818</c:v>
                </c:pt>
                <c:pt idx="41">
                  <c:v>305.204</c:v>
                </c:pt>
                <c:pt idx="42">
                  <c:v>312.704</c:v>
                </c:pt>
                <c:pt idx="43">
                  <c:v>320.089</c:v>
                </c:pt>
                <c:pt idx="44">
                  <c:v>327.589</c:v>
                </c:pt>
                <c:pt idx="45">
                  <c:v>335.089</c:v>
                </c:pt>
                <c:pt idx="46">
                  <c:v>342.475</c:v>
                </c:pt>
                <c:pt idx="47">
                  <c:v>349.97499999999997</c:v>
                </c:pt>
                <c:pt idx="48">
                  <c:v>357.36</c:v>
                </c:pt>
                <c:pt idx="49">
                  <c:v>364.86</c:v>
                </c:pt>
                <c:pt idx="50">
                  <c:v>372.24600000000004</c:v>
                </c:pt>
                <c:pt idx="51">
                  <c:v>379.746</c:v>
                </c:pt>
                <c:pt idx="52">
                  <c:v>387.24600000000004</c:v>
                </c:pt>
                <c:pt idx="53">
                  <c:v>394.63100000000003</c:v>
                </c:pt>
                <c:pt idx="54">
                  <c:v>402.131</c:v>
                </c:pt>
                <c:pt idx="55">
                  <c:v>409.517</c:v>
                </c:pt>
                <c:pt idx="56">
                  <c:v>417.017</c:v>
                </c:pt>
                <c:pt idx="57">
                  <c:v>424.466</c:v>
                </c:pt>
                <c:pt idx="58">
                  <c:v>431.902</c:v>
                </c:pt>
                <c:pt idx="59">
                  <c:v>439.402</c:v>
                </c:pt>
                <c:pt idx="60">
                  <c:v>446.788</c:v>
                </c:pt>
                <c:pt idx="61">
                  <c:v>454.288</c:v>
                </c:pt>
                <c:pt idx="62">
                  <c:v>461.673</c:v>
                </c:pt>
                <c:pt idx="63">
                  <c:v>469.173</c:v>
                </c:pt>
                <c:pt idx="64">
                  <c:v>476.673</c:v>
                </c:pt>
                <c:pt idx="65">
                  <c:v>484.05899999999997</c:v>
                </c:pt>
                <c:pt idx="66">
                  <c:v>491.559</c:v>
                </c:pt>
                <c:pt idx="67">
                  <c:v>498.9440000000001</c:v>
                </c:pt>
                <c:pt idx="68">
                  <c:v>506.44399999999996</c:v>
                </c:pt>
                <c:pt idx="69">
                  <c:v>513.83</c:v>
                </c:pt>
                <c:pt idx="70">
                  <c:v>521.3299999999999</c:v>
                </c:pt>
                <c:pt idx="71">
                  <c:v>528.83</c:v>
                </c:pt>
                <c:pt idx="72">
                  <c:v>536.215</c:v>
                </c:pt>
                <c:pt idx="73">
                  <c:v>543.7149999999999</c:v>
                </c:pt>
                <c:pt idx="74">
                  <c:v>551.101</c:v>
                </c:pt>
                <c:pt idx="75">
                  <c:v>558.601</c:v>
                </c:pt>
                <c:pt idx="76">
                  <c:v>566.036</c:v>
                </c:pt>
                <c:pt idx="77">
                  <c:v>573.486</c:v>
                </c:pt>
                <c:pt idx="78">
                  <c:v>580.986</c:v>
                </c:pt>
                <c:pt idx="79">
                  <c:v>588.3720000000001</c:v>
                </c:pt>
                <c:pt idx="80">
                  <c:v>595.872</c:v>
                </c:pt>
                <c:pt idx="81">
                  <c:v>603.257</c:v>
                </c:pt>
                <c:pt idx="82">
                  <c:v>610.7570000000001</c:v>
                </c:pt>
                <c:pt idx="83">
                  <c:v>618.257</c:v>
                </c:pt>
                <c:pt idx="84">
                  <c:v>625.643</c:v>
                </c:pt>
                <c:pt idx="85">
                  <c:v>633.143</c:v>
                </c:pt>
                <c:pt idx="86">
                  <c:v>640.528</c:v>
                </c:pt>
                <c:pt idx="87">
                  <c:v>648.028</c:v>
                </c:pt>
                <c:pt idx="88">
                  <c:v>655.414</c:v>
                </c:pt>
                <c:pt idx="89">
                  <c:v>662.914</c:v>
                </c:pt>
                <c:pt idx="90">
                  <c:v>670.414</c:v>
                </c:pt>
                <c:pt idx="91">
                  <c:v>677.799</c:v>
                </c:pt>
                <c:pt idx="92">
                  <c:v>685.299</c:v>
                </c:pt>
                <c:pt idx="93">
                  <c:v>692.685</c:v>
                </c:pt>
                <c:pt idx="94">
                  <c:v>700.185</c:v>
                </c:pt>
                <c:pt idx="95">
                  <c:v>707.57</c:v>
                </c:pt>
                <c:pt idx="96">
                  <c:v>715.0699999999999</c:v>
                </c:pt>
                <c:pt idx="97">
                  <c:v>722.5699999999999</c:v>
                </c:pt>
                <c:pt idx="98">
                  <c:v>729.9559999999999</c:v>
                </c:pt>
                <c:pt idx="99">
                  <c:v>737.456</c:v>
                </c:pt>
                <c:pt idx="100">
                  <c:v>744.841</c:v>
                </c:pt>
                <c:pt idx="101">
                  <c:v>752.3409999999999</c:v>
                </c:pt>
                <c:pt idx="102">
                  <c:v>759.841</c:v>
                </c:pt>
                <c:pt idx="103">
                  <c:v>767.2270000000001</c:v>
                </c:pt>
                <c:pt idx="104">
                  <c:v>774.727</c:v>
                </c:pt>
                <c:pt idx="105">
                  <c:v>782.112</c:v>
                </c:pt>
                <c:pt idx="106">
                  <c:v>789.6120000000001</c:v>
                </c:pt>
                <c:pt idx="107">
                  <c:v>796.998</c:v>
                </c:pt>
                <c:pt idx="108">
                  <c:v>804.498</c:v>
                </c:pt>
                <c:pt idx="109">
                  <c:v>811.9979999999999</c:v>
                </c:pt>
                <c:pt idx="110">
                  <c:v>819.383</c:v>
                </c:pt>
                <c:pt idx="111">
                  <c:v>826.883</c:v>
                </c:pt>
                <c:pt idx="112">
                  <c:v>834.269</c:v>
                </c:pt>
                <c:pt idx="113">
                  <c:v>841.769</c:v>
                </c:pt>
                <c:pt idx="114">
                  <c:v>849.154</c:v>
                </c:pt>
                <c:pt idx="115">
                  <c:v>856.654</c:v>
                </c:pt>
                <c:pt idx="116">
                  <c:v>864.154</c:v>
                </c:pt>
                <c:pt idx="117">
                  <c:v>871.54</c:v>
                </c:pt>
                <c:pt idx="118">
                  <c:v>879.04</c:v>
                </c:pt>
                <c:pt idx="119">
                  <c:v>886.4250000000001</c:v>
                </c:pt>
                <c:pt idx="120">
                  <c:v>893.925</c:v>
                </c:pt>
                <c:pt idx="121">
                  <c:v>901.4250000000001</c:v>
                </c:pt>
                <c:pt idx="122">
                  <c:v>908.8109999999999</c:v>
                </c:pt>
                <c:pt idx="123">
                  <c:v>916.311</c:v>
                </c:pt>
                <c:pt idx="124">
                  <c:v>923.696</c:v>
                </c:pt>
                <c:pt idx="125">
                  <c:v>931.1959999999999</c:v>
                </c:pt>
                <c:pt idx="126">
                  <c:v>938.582</c:v>
                </c:pt>
                <c:pt idx="127">
                  <c:v>946.082</c:v>
                </c:pt>
                <c:pt idx="128">
                  <c:v>953.582</c:v>
                </c:pt>
                <c:pt idx="129">
                  <c:v>960.9669999999999</c:v>
                </c:pt>
                <c:pt idx="130">
                  <c:v>968.4670000000001</c:v>
                </c:pt>
                <c:pt idx="131">
                  <c:v>975.8530000000001</c:v>
                </c:pt>
                <c:pt idx="132">
                  <c:v>983.353</c:v>
                </c:pt>
                <c:pt idx="133">
                  <c:v>990.738</c:v>
                </c:pt>
                <c:pt idx="134">
                  <c:v>998.238</c:v>
                </c:pt>
                <c:pt idx="135">
                  <c:v>1005.7379999999999</c:v>
                </c:pt>
                <c:pt idx="136">
                  <c:v>1013.1239999999999</c:v>
                </c:pt>
                <c:pt idx="137">
                  <c:v>1020.624</c:v>
                </c:pt>
                <c:pt idx="138">
                  <c:v>1028.009</c:v>
                </c:pt>
                <c:pt idx="139">
                  <c:v>1035.509</c:v>
                </c:pt>
                <c:pt idx="140">
                  <c:v>1043.009</c:v>
                </c:pt>
                <c:pt idx="141">
                  <c:v>1050.395</c:v>
                </c:pt>
                <c:pt idx="142">
                  <c:v>1057.895</c:v>
                </c:pt>
                <c:pt idx="143">
                  <c:v>1065.28</c:v>
                </c:pt>
                <c:pt idx="144">
                  <c:v>1072.78</c:v>
                </c:pt>
                <c:pt idx="145">
                  <c:v>1080.166</c:v>
                </c:pt>
                <c:pt idx="146">
                  <c:v>1087.6660000000002</c:v>
                </c:pt>
                <c:pt idx="147">
                  <c:v>1095.166</c:v>
                </c:pt>
                <c:pt idx="148">
                  <c:v>1102.551</c:v>
                </c:pt>
                <c:pt idx="149">
                  <c:v>1110.0510000000002</c:v>
                </c:pt>
                <c:pt idx="150">
                  <c:v>1117.4370000000001</c:v>
                </c:pt>
                <c:pt idx="151">
                  <c:v>1124.937</c:v>
                </c:pt>
                <c:pt idx="152">
                  <c:v>1132.322</c:v>
                </c:pt>
                <c:pt idx="153">
                  <c:v>1139.8220000000001</c:v>
                </c:pt>
                <c:pt idx="154">
                  <c:v>1147.322</c:v>
                </c:pt>
                <c:pt idx="155">
                  <c:v>1154.7079999999999</c:v>
                </c:pt>
                <c:pt idx="156">
                  <c:v>1162.208</c:v>
                </c:pt>
                <c:pt idx="157">
                  <c:v>1169.593</c:v>
                </c:pt>
                <c:pt idx="158">
                  <c:v>1177.0929999999998</c:v>
                </c:pt>
                <c:pt idx="159">
                  <c:v>1184.593</c:v>
                </c:pt>
                <c:pt idx="160">
                  <c:v>1191.979</c:v>
                </c:pt>
                <c:pt idx="161">
                  <c:v>1199.479</c:v>
                </c:pt>
                <c:pt idx="162">
                  <c:v>1206.864</c:v>
                </c:pt>
                <c:pt idx="163">
                  <c:v>1214.364</c:v>
                </c:pt>
                <c:pt idx="164">
                  <c:v>1221.75</c:v>
                </c:pt>
                <c:pt idx="165">
                  <c:v>1229.25</c:v>
                </c:pt>
                <c:pt idx="166">
                  <c:v>1236.75</c:v>
                </c:pt>
                <c:pt idx="167">
                  <c:v>1244.135</c:v>
                </c:pt>
                <c:pt idx="168">
                  <c:v>1251.635</c:v>
                </c:pt>
                <c:pt idx="169">
                  <c:v>1259.0210000000002</c:v>
                </c:pt>
                <c:pt idx="170">
                  <c:v>1266.521</c:v>
                </c:pt>
                <c:pt idx="171">
                  <c:v>1273.906</c:v>
                </c:pt>
                <c:pt idx="172">
                  <c:v>1281.4060000000002</c:v>
                </c:pt>
                <c:pt idx="173">
                  <c:v>1288.906</c:v>
                </c:pt>
                <c:pt idx="174">
                  <c:v>1296.292</c:v>
                </c:pt>
                <c:pt idx="175">
                  <c:v>1303.792</c:v>
                </c:pt>
                <c:pt idx="176">
                  <c:v>1311.1770000000001</c:v>
                </c:pt>
                <c:pt idx="177">
                  <c:v>1318.677</c:v>
                </c:pt>
                <c:pt idx="178">
                  <c:v>1326.177</c:v>
                </c:pt>
                <c:pt idx="179">
                  <c:v>1333.563</c:v>
                </c:pt>
                <c:pt idx="180">
                  <c:v>1341.063</c:v>
                </c:pt>
                <c:pt idx="181">
                  <c:v>1348.4479999999999</c:v>
                </c:pt>
                <c:pt idx="182">
                  <c:v>1355.948</c:v>
                </c:pt>
                <c:pt idx="183">
                  <c:v>1363.334</c:v>
                </c:pt>
                <c:pt idx="184">
                  <c:v>1370.834</c:v>
                </c:pt>
                <c:pt idx="185">
                  <c:v>1378.334</c:v>
                </c:pt>
                <c:pt idx="186">
                  <c:v>1385.719</c:v>
                </c:pt>
                <c:pt idx="187">
                  <c:v>1393.219</c:v>
                </c:pt>
                <c:pt idx="188">
                  <c:v>1400.605</c:v>
                </c:pt>
                <c:pt idx="189">
                  <c:v>1408.105</c:v>
                </c:pt>
                <c:pt idx="190">
                  <c:v>1415.49</c:v>
                </c:pt>
                <c:pt idx="191">
                  <c:v>1422.99</c:v>
                </c:pt>
                <c:pt idx="192">
                  <c:v>1430.49</c:v>
                </c:pt>
                <c:pt idx="193">
                  <c:v>1437.876</c:v>
                </c:pt>
                <c:pt idx="194">
                  <c:v>1445.376</c:v>
                </c:pt>
                <c:pt idx="195">
                  <c:v>1452.761</c:v>
                </c:pt>
                <c:pt idx="196">
                  <c:v>1460.261</c:v>
                </c:pt>
                <c:pt idx="197">
                  <c:v>1467.761</c:v>
                </c:pt>
                <c:pt idx="198">
                  <c:v>1475.1470000000002</c:v>
                </c:pt>
                <c:pt idx="199">
                  <c:v>1482.647</c:v>
                </c:pt>
                <c:pt idx="200">
                  <c:v>1490.032</c:v>
                </c:pt>
                <c:pt idx="201">
                  <c:v>1497.5320000000002</c:v>
                </c:pt>
                <c:pt idx="202">
                  <c:v>1504.9180000000001</c:v>
                </c:pt>
                <c:pt idx="203">
                  <c:v>1512.418</c:v>
                </c:pt>
                <c:pt idx="204">
                  <c:v>1519.918</c:v>
                </c:pt>
                <c:pt idx="205">
                  <c:v>1527.303</c:v>
                </c:pt>
                <c:pt idx="206">
                  <c:v>1534.8029999999999</c:v>
                </c:pt>
                <c:pt idx="207">
                  <c:v>1542.1889999999999</c:v>
                </c:pt>
                <c:pt idx="208">
                  <c:v>1549.689</c:v>
                </c:pt>
                <c:pt idx="209">
                  <c:v>1557.074</c:v>
                </c:pt>
                <c:pt idx="210">
                  <c:v>1564.5739999999998</c:v>
                </c:pt>
                <c:pt idx="211">
                  <c:v>1572.074</c:v>
                </c:pt>
                <c:pt idx="212">
                  <c:v>1579.46</c:v>
                </c:pt>
                <c:pt idx="213">
                  <c:v>1586.96</c:v>
                </c:pt>
                <c:pt idx="214">
                  <c:v>1594.3449999999998</c:v>
                </c:pt>
                <c:pt idx="215">
                  <c:v>1601.845</c:v>
                </c:pt>
                <c:pt idx="216">
                  <c:v>1609.345</c:v>
                </c:pt>
                <c:pt idx="217">
                  <c:v>1616.731</c:v>
                </c:pt>
                <c:pt idx="218">
                  <c:v>1624.231</c:v>
                </c:pt>
                <c:pt idx="219">
                  <c:v>1631.616</c:v>
                </c:pt>
                <c:pt idx="220">
                  <c:v>1639.116</c:v>
                </c:pt>
                <c:pt idx="221">
                  <c:v>1646.5020000000002</c:v>
                </c:pt>
                <c:pt idx="222">
                  <c:v>1654.002</c:v>
                </c:pt>
                <c:pt idx="223">
                  <c:v>1661.502</c:v>
                </c:pt>
                <c:pt idx="224">
                  <c:v>1668.8870000000002</c:v>
                </c:pt>
                <c:pt idx="225">
                  <c:v>1676.387</c:v>
                </c:pt>
                <c:pt idx="226">
                  <c:v>1683.773</c:v>
                </c:pt>
                <c:pt idx="227">
                  <c:v>1691.273</c:v>
                </c:pt>
                <c:pt idx="228">
                  <c:v>1698.6580000000001</c:v>
                </c:pt>
                <c:pt idx="229">
                  <c:v>1706.158</c:v>
                </c:pt>
                <c:pt idx="230">
                  <c:v>1713.658</c:v>
                </c:pt>
                <c:pt idx="231">
                  <c:v>1721.044</c:v>
                </c:pt>
                <c:pt idx="232">
                  <c:v>1728.544</c:v>
                </c:pt>
                <c:pt idx="233">
                  <c:v>1735.9289999999999</c:v>
                </c:pt>
                <c:pt idx="234">
                  <c:v>1743.429</c:v>
                </c:pt>
                <c:pt idx="235">
                  <c:v>1750.929</c:v>
                </c:pt>
                <c:pt idx="236">
                  <c:v>1758.315</c:v>
                </c:pt>
                <c:pt idx="237">
                  <c:v>1765.815</c:v>
                </c:pt>
                <c:pt idx="238">
                  <c:v>1773.2</c:v>
                </c:pt>
                <c:pt idx="239">
                  <c:v>1780.7</c:v>
                </c:pt>
                <c:pt idx="240">
                  <c:v>1788.086</c:v>
                </c:pt>
                <c:pt idx="241">
                  <c:v>1795.586</c:v>
                </c:pt>
                <c:pt idx="242">
                  <c:v>1803.086</c:v>
                </c:pt>
                <c:pt idx="243">
                  <c:v>1810.471</c:v>
                </c:pt>
                <c:pt idx="244">
                  <c:v>1817.971</c:v>
                </c:pt>
                <c:pt idx="245">
                  <c:v>1825.357</c:v>
                </c:pt>
                <c:pt idx="246">
                  <c:v>1832.857</c:v>
                </c:pt>
                <c:pt idx="247">
                  <c:v>1840.242</c:v>
                </c:pt>
                <c:pt idx="248">
                  <c:v>1847.742</c:v>
                </c:pt>
                <c:pt idx="249">
                  <c:v>1855.242</c:v>
                </c:pt>
                <c:pt idx="250">
                  <c:v>1862.6280000000002</c:v>
                </c:pt>
                <c:pt idx="251">
                  <c:v>1870.128</c:v>
                </c:pt>
                <c:pt idx="252">
                  <c:v>1877.513</c:v>
                </c:pt>
                <c:pt idx="253">
                  <c:v>1885.0130000000001</c:v>
                </c:pt>
                <c:pt idx="254">
                  <c:v>1892.463</c:v>
                </c:pt>
                <c:pt idx="255">
                  <c:v>1899.899</c:v>
                </c:pt>
                <c:pt idx="256">
                  <c:v>1907.399</c:v>
                </c:pt>
                <c:pt idx="257">
                  <c:v>1914.7839999999999</c:v>
                </c:pt>
                <c:pt idx="258">
                  <c:v>1922.284</c:v>
                </c:pt>
                <c:pt idx="259">
                  <c:v>1929.6699999999998</c:v>
                </c:pt>
                <c:pt idx="260">
                  <c:v>1937.1699999999998</c:v>
                </c:pt>
                <c:pt idx="261">
                  <c:v>1944.6699999999998</c:v>
                </c:pt>
                <c:pt idx="262">
                  <c:v>1952.055</c:v>
                </c:pt>
                <c:pt idx="263">
                  <c:v>1959.555</c:v>
                </c:pt>
                <c:pt idx="264">
                  <c:v>1966.9409999999998</c:v>
                </c:pt>
                <c:pt idx="265">
                  <c:v>1974.4410000000003</c:v>
                </c:pt>
                <c:pt idx="266">
                  <c:v>1981.826</c:v>
                </c:pt>
                <c:pt idx="267">
                  <c:v>1989.326</c:v>
                </c:pt>
                <c:pt idx="268">
                  <c:v>1996.826</c:v>
                </c:pt>
                <c:pt idx="269">
                  <c:v>2004.2120000000002</c:v>
                </c:pt>
                <c:pt idx="270">
                  <c:v>2011.712</c:v>
                </c:pt>
                <c:pt idx="271">
                  <c:v>2019.097</c:v>
                </c:pt>
                <c:pt idx="272">
                  <c:v>2026.597</c:v>
                </c:pt>
                <c:pt idx="273">
                  <c:v>2034.0330000000001</c:v>
                </c:pt>
                <c:pt idx="274">
                  <c:v>2041.483</c:v>
                </c:pt>
                <c:pt idx="275">
                  <c:v>2048.9829999999997</c:v>
                </c:pt>
                <c:pt idx="276">
                  <c:v>2056.368</c:v>
                </c:pt>
                <c:pt idx="277">
                  <c:v>2063.868</c:v>
                </c:pt>
                <c:pt idx="278">
                  <c:v>2071.254</c:v>
                </c:pt>
                <c:pt idx="279">
                  <c:v>2078.754</c:v>
                </c:pt>
                <c:pt idx="280">
                  <c:v>2086.254</c:v>
                </c:pt>
                <c:pt idx="281">
                  <c:v>2093.639</c:v>
                </c:pt>
                <c:pt idx="282">
                  <c:v>2101.139</c:v>
                </c:pt>
                <c:pt idx="283">
                  <c:v>2108.5249999999996</c:v>
                </c:pt>
                <c:pt idx="284">
                  <c:v>2116.025</c:v>
                </c:pt>
                <c:pt idx="285">
                  <c:v>2123.4100000000003</c:v>
                </c:pt>
                <c:pt idx="286">
                  <c:v>2130.91</c:v>
                </c:pt>
                <c:pt idx="287">
                  <c:v>2138.41</c:v>
                </c:pt>
                <c:pt idx="288">
                  <c:v>2145.7960000000003</c:v>
                </c:pt>
                <c:pt idx="289">
                  <c:v>2153.2960000000003</c:v>
                </c:pt>
                <c:pt idx="290">
                  <c:v>2160.681</c:v>
                </c:pt>
                <c:pt idx="291">
                  <c:v>2168.181</c:v>
                </c:pt>
                <c:pt idx="292">
                  <c:v>2175.567</c:v>
                </c:pt>
                <c:pt idx="293">
                  <c:v>2183.067</c:v>
                </c:pt>
                <c:pt idx="294">
                  <c:v>2190.567</c:v>
                </c:pt>
                <c:pt idx="295">
                  <c:v>2197.9519999999998</c:v>
                </c:pt>
                <c:pt idx="296">
                  <c:v>2205.4519999999998</c:v>
                </c:pt>
                <c:pt idx="297">
                  <c:v>2212.838</c:v>
                </c:pt>
                <c:pt idx="298">
                  <c:v>2220.3379999999997</c:v>
                </c:pt>
                <c:pt idx="299">
                  <c:v>2227.8379999999997</c:v>
                </c:pt>
                <c:pt idx="300">
                  <c:v>2235.223</c:v>
                </c:pt>
                <c:pt idx="301">
                  <c:v>2242.723</c:v>
                </c:pt>
                <c:pt idx="302">
                  <c:v>2250.109</c:v>
                </c:pt>
                <c:pt idx="303">
                  <c:v>2257.609</c:v>
                </c:pt>
                <c:pt idx="304">
                  <c:v>2264.994</c:v>
                </c:pt>
                <c:pt idx="305">
                  <c:v>2272.494</c:v>
                </c:pt>
                <c:pt idx="306">
                  <c:v>2279.994</c:v>
                </c:pt>
                <c:pt idx="307">
                  <c:v>2287.38</c:v>
                </c:pt>
                <c:pt idx="308">
                  <c:v>2294.88</c:v>
                </c:pt>
                <c:pt idx="309">
                  <c:v>2302.265</c:v>
                </c:pt>
                <c:pt idx="310">
                  <c:v>2309.765</c:v>
                </c:pt>
                <c:pt idx="311">
                  <c:v>2317.1510000000003</c:v>
                </c:pt>
                <c:pt idx="312">
                  <c:v>2324.6510000000003</c:v>
                </c:pt>
                <c:pt idx="313">
                  <c:v>2332.151</c:v>
                </c:pt>
                <c:pt idx="314">
                  <c:v>2339.536</c:v>
                </c:pt>
                <c:pt idx="315">
                  <c:v>2347.036</c:v>
                </c:pt>
                <c:pt idx="316">
                  <c:v>2354.422</c:v>
                </c:pt>
                <c:pt idx="317">
                  <c:v>2361.922</c:v>
                </c:pt>
                <c:pt idx="318">
                  <c:v>2369.422</c:v>
                </c:pt>
                <c:pt idx="319">
                  <c:v>2376.807</c:v>
                </c:pt>
                <c:pt idx="320">
                  <c:v>2384.3070000000002</c:v>
                </c:pt>
                <c:pt idx="321">
                  <c:v>2391.6929999999998</c:v>
                </c:pt>
                <c:pt idx="322">
                  <c:v>2399.1929999999998</c:v>
                </c:pt>
                <c:pt idx="323">
                  <c:v>2406.5780000000004</c:v>
                </c:pt>
                <c:pt idx="324">
                  <c:v>2414.078</c:v>
                </c:pt>
                <c:pt idx="325">
                  <c:v>2421.578</c:v>
                </c:pt>
                <c:pt idx="326">
                  <c:v>2428.964</c:v>
                </c:pt>
                <c:pt idx="327">
                  <c:v>2436.464</c:v>
                </c:pt>
                <c:pt idx="328">
                  <c:v>2443.849</c:v>
                </c:pt>
                <c:pt idx="329">
                  <c:v>2451.349</c:v>
                </c:pt>
                <c:pt idx="330">
                  <c:v>2458.735</c:v>
                </c:pt>
                <c:pt idx="331">
                  <c:v>2466.235</c:v>
                </c:pt>
                <c:pt idx="332">
                  <c:v>2473.735</c:v>
                </c:pt>
                <c:pt idx="333">
                  <c:v>2481.12</c:v>
                </c:pt>
                <c:pt idx="334">
                  <c:v>2488.62</c:v>
                </c:pt>
                <c:pt idx="335">
                  <c:v>2496.006</c:v>
                </c:pt>
                <c:pt idx="336">
                  <c:v>2503.506</c:v>
                </c:pt>
                <c:pt idx="337">
                  <c:v>2511.006</c:v>
                </c:pt>
                <c:pt idx="338">
                  <c:v>2518.391</c:v>
                </c:pt>
                <c:pt idx="339">
                  <c:v>2525.891</c:v>
                </c:pt>
                <c:pt idx="340">
                  <c:v>2533.277</c:v>
                </c:pt>
                <c:pt idx="341">
                  <c:v>2540.777</c:v>
                </c:pt>
                <c:pt idx="342">
                  <c:v>2548.162</c:v>
                </c:pt>
                <c:pt idx="343">
                  <c:v>2555.6620000000003</c:v>
                </c:pt>
                <c:pt idx="344">
                  <c:v>2563.1620000000003</c:v>
                </c:pt>
                <c:pt idx="345">
                  <c:v>2570.548</c:v>
                </c:pt>
                <c:pt idx="346">
                  <c:v>2578.0480000000002</c:v>
                </c:pt>
                <c:pt idx="347">
                  <c:v>2585.433</c:v>
                </c:pt>
                <c:pt idx="348">
                  <c:v>2592.933</c:v>
                </c:pt>
                <c:pt idx="349">
                  <c:v>2600.319</c:v>
                </c:pt>
                <c:pt idx="350">
                  <c:v>2607.819</c:v>
                </c:pt>
                <c:pt idx="351">
                  <c:v>2615.319</c:v>
                </c:pt>
                <c:pt idx="352">
                  <c:v>2622.704</c:v>
                </c:pt>
                <c:pt idx="353">
                  <c:v>2630.2039999999997</c:v>
                </c:pt>
                <c:pt idx="354">
                  <c:v>2637.59</c:v>
                </c:pt>
                <c:pt idx="355">
                  <c:v>2645.09</c:v>
                </c:pt>
                <c:pt idx="356">
                  <c:v>2652.59</c:v>
                </c:pt>
                <c:pt idx="357">
                  <c:v>2659.975</c:v>
                </c:pt>
                <c:pt idx="358">
                  <c:v>2667.475</c:v>
                </c:pt>
                <c:pt idx="359">
                  <c:v>2674.861</c:v>
                </c:pt>
                <c:pt idx="360">
                  <c:v>2682.361</c:v>
                </c:pt>
                <c:pt idx="361">
                  <c:v>2689.7459999999996</c:v>
                </c:pt>
                <c:pt idx="362">
                  <c:v>2697.246</c:v>
                </c:pt>
                <c:pt idx="363">
                  <c:v>2704.746</c:v>
                </c:pt>
                <c:pt idx="364">
                  <c:v>2712.132</c:v>
                </c:pt>
                <c:pt idx="365">
                  <c:v>2719.6319999999996</c:v>
                </c:pt>
                <c:pt idx="366">
                  <c:v>2727.0170000000003</c:v>
                </c:pt>
                <c:pt idx="367">
                  <c:v>2734.5170000000003</c:v>
                </c:pt>
                <c:pt idx="368">
                  <c:v>2741.903</c:v>
                </c:pt>
                <c:pt idx="369">
                  <c:v>2749.4030000000002</c:v>
                </c:pt>
                <c:pt idx="370">
                  <c:v>2756.9030000000002</c:v>
                </c:pt>
                <c:pt idx="371">
                  <c:v>2764.288</c:v>
                </c:pt>
                <c:pt idx="372">
                  <c:v>2771.788</c:v>
                </c:pt>
                <c:pt idx="373">
                  <c:v>2779.174</c:v>
                </c:pt>
                <c:pt idx="374">
                  <c:v>2786.674</c:v>
                </c:pt>
                <c:pt idx="375">
                  <c:v>2794.174</c:v>
                </c:pt>
                <c:pt idx="376">
                  <c:v>2801.5589999999997</c:v>
                </c:pt>
                <c:pt idx="377">
                  <c:v>2809.0589999999997</c:v>
                </c:pt>
                <c:pt idx="378">
                  <c:v>2816.445</c:v>
                </c:pt>
                <c:pt idx="379">
                  <c:v>2823.945</c:v>
                </c:pt>
                <c:pt idx="380">
                  <c:v>2831.33</c:v>
                </c:pt>
                <c:pt idx="381">
                  <c:v>2838.83</c:v>
                </c:pt>
                <c:pt idx="382">
                  <c:v>2846.3300000000004</c:v>
                </c:pt>
                <c:pt idx="383">
                  <c:v>2853.716</c:v>
                </c:pt>
                <c:pt idx="384">
                  <c:v>2861.216</c:v>
                </c:pt>
                <c:pt idx="385">
                  <c:v>2868.601</c:v>
                </c:pt>
                <c:pt idx="386">
                  <c:v>2876.101</c:v>
                </c:pt>
                <c:pt idx="387">
                  <c:v>2883.487</c:v>
                </c:pt>
                <c:pt idx="388">
                  <c:v>2890.987</c:v>
                </c:pt>
                <c:pt idx="389">
                  <c:v>2898.487</c:v>
                </c:pt>
                <c:pt idx="390">
                  <c:v>2905.872</c:v>
                </c:pt>
                <c:pt idx="391">
                  <c:v>2913.372</c:v>
                </c:pt>
                <c:pt idx="392">
                  <c:v>2920.7580000000003</c:v>
                </c:pt>
                <c:pt idx="393">
                  <c:v>2928.2580000000003</c:v>
                </c:pt>
                <c:pt idx="394">
                  <c:v>2935.758</c:v>
                </c:pt>
                <c:pt idx="395">
                  <c:v>2943.143</c:v>
                </c:pt>
                <c:pt idx="396">
                  <c:v>2950.643</c:v>
                </c:pt>
                <c:pt idx="397">
                  <c:v>2958.029</c:v>
                </c:pt>
                <c:pt idx="398">
                  <c:v>2965.529</c:v>
                </c:pt>
                <c:pt idx="399">
                  <c:v>2972.9139999999998</c:v>
                </c:pt>
                <c:pt idx="400">
                  <c:v>2980.4139999999998</c:v>
                </c:pt>
                <c:pt idx="401">
                  <c:v>2987.914</c:v>
                </c:pt>
                <c:pt idx="402">
                  <c:v>2995.2999999999997</c:v>
                </c:pt>
              </c:numCache>
            </c:numRef>
          </c:xVal>
          <c:yVal>
            <c:numRef>
              <c:f>Sheet1!$B$407:$B$809</c:f>
              <c:numCache>
                <c:formatCode>General</c:formatCode>
                <c:ptCount val="403"/>
                <c:pt idx="0">
                  <c:v>0.000294911709</c:v>
                </c:pt>
                <c:pt idx="1">
                  <c:v>0.0774610454</c:v>
                </c:pt>
                <c:pt idx="2">
                  <c:v>0.124313413</c:v>
                </c:pt>
                <c:pt idx="3">
                  <c:v>0.15206774</c:v>
                </c:pt>
                <c:pt idx="4">
                  <c:v>0.171056293</c:v>
                </c:pt>
                <c:pt idx="5">
                  <c:v>0.185279066</c:v>
                </c:pt>
                <c:pt idx="6">
                  <c:v>0.197485457</c:v>
                </c:pt>
                <c:pt idx="7">
                  <c:v>0.208580472</c:v>
                </c:pt>
                <c:pt idx="8">
                  <c:v>0.218972246</c:v>
                </c:pt>
                <c:pt idx="9">
                  <c:v>0.229257071</c:v>
                </c:pt>
                <c:pt idx="10">
                  <c:v>0.239254058</c:v>
                </c:pt>
                <c:pt idx="11">
                  <c:v>0.249341605</c:v>
                </c:pt>
                <c:pt idx="12">
                  <c:v>0.259244093</c:v>
                </c:pt>
                <c:pt idx="13">
                  <c:v>0.26928352</c:v>
                </c:pt>
                <c:pt idx="14">
                  <c:v>0.279315011</c:v>
                </c:pt>
                <c:pt idx="15">
                  <c:v>0.289188827</c:v>
                </c:pt>
                <c:pt idx="16">
                  <c:v>0.299214418</c:v>
                </c:pt>
                <c:pt idx="17">
                  <c:v>0.309086599</c:v>
                </c:pt>
                <c:pt idx="18">
                  <c:v>0.319110575</c:v>
                </c:pt>
                <c:pt idx="19">
                  <c:v>0.329134186</c:v>
                </c:pt>
                <c:pt idx="20">
                  <c:v>0.339003832</c:v>
                </c:pt>
                <c:pt idx="21">
                  <c:v>0.349026925</c:v>
                </c:pt>
                <c:pt idx="22">
                  <c:v>0.358897416</c:v>
                </c:pt>
                <c:pt idx="23">
                  <c:v>0.368919969</c:v>
                </c:pt>
                <c:pt idx="24">
                  <c:v>0.378788515</c:v>
                </c:pt>
                <c:pt idx="25">
                  <c:v>0.388810341</c:v>
                </c:pt>
                <c:pt idx="26">
                  <c:v>0.398831695</c:v>
                </c:pt>
                <c:pt idx="27">
                  <c:v>0.408700184</c:v>
                </c:pt>
                <c:pt idx="28">
                  <c:v>0.418720358</c:v>
                </c:pt>
                <c:pt idx="29">
                  <c:v>0.428586197</c:v>
                </c:pt>
                <c:pt idx="30">
                  <c:v>0.438604868</c:v>
                </c:pt>
                <c:pt idx="31">
                  <c:v>0.448470165</c:v>
                </c:pt>
                <c:pt idx="32">
                  <c:v>0.458486775</c:v>
                </c:pt>
                <c:pt idx="33">
                  <c:v>0.468504431</c:v>
                </c:pt>
                <c:pt idx="34">
                  <c:v>0.478371084</c:v>
                </c:pt>
                <c:pt idx="35">
                  <c:v>0.4883935</c:v>
                </c:pt>
                <c:pt idx="36">
                  <c:v>0.498263626</c:v>
                </c:pt>
                <c:pt idx="37">
                  <c:v>0.508284609</c:v>
                </c:pt>
                <c:pt idx="38">
                  <c:v>0.518303192</c:v>
                </c:pt>
                <c:pt idx="39">
                  <c:v>0.528164411</c:v>
                </c:pt>
                <c:pt idx="40">
                  <c:v>0.538166156</c:v>
                </c:pt>
                <c:pt idx="41">
                  <c:v>0.548036523</c:v>
                </c:pt>
                <c:pt idx="42">
                  <c:v>0.55806613</c:v>
                </c:pt>
                <c:pt idx="43">
                  <c:v>0.567936415</c:v>
                </c:pt>
                <c:pt idx="44">
                  <c:v>0.577962862</c:v>
                </c:pt>
                <c:pt idx="45">
                  <c:v>0.587988109</c:v>
                </c:pt>
                <c:pt idx="46">
                  <c:v>0.597861796</c:v>
                </c:pt>
                <c:pt idx="47">
                  <c:v>0.607913298</c:v>
                </c:pt>
                <c:pt idx="48">
                  <c:v>0.617791813</c:v>
                </c:pt>
                <c:pt idx="49">
                  <c:v>0.627770392</c:v>
                </c:pt>
                <c:pt idx="50">
                  <c:v>0.637662375</c:v>
                </c:pt>
                <c:pt idx="51">
                  <c:v>0.647646347</c:v>
                </c:pt>
                <c:pt idx="52">
                  <c:v>0.65771296</c:v>
                </c:pt>
                <c:pt idx="53">
                  <c:v>0.667569941</c:v>
                </c:pt>
                <c:pt idx="54">
                  <c:v>0.677592424</c:v>
                </c:pt>
                <c:pt idx="55">
                  <c:v>0.687469755</c:v>
                </c:pt>
                <c:pt idx="56">
                  <c:v>0.697422936</c:v>
                </c:pt>
                <c:pt idx="57">
                  <c:v>0.707442786</c:v>
                </c:pt>
                <c:pt idx="58">
                  <c:v>0.717359579</c:v>
                </c:pt>
                <c:pt idx="59">
                  <c:v>0.727397414</c:v>
                </c:pt>
                <c:pt idx="60">
                  <c:v>0.737234139</c:v>
                </c:pt>
                <c:pt idx="61">
                  <c:v>0.74728676</c:v>
                </c:pt>
                <c:pt idx="62">
                  <c:v>0.757140856</c:v>
                </c:pt>
                <c:pt idx="63">
                  <c:v>0.767159548</c:v>
                </c:pt>
                <c:pt idx="64">
                  <c:v>0.777190803</c:v>
                </c:pt>
                <c:pt idx="65">
                  <c:v>0.787050391</c:v>
                </c:pt>
                <c:pt idx="66">
                  <c:v>0.797071142</c:v>
                </c:pt>
                <c:pt idx="67">
                  <c:v>0.799293318</c:v>
                </c:pt>
                <c:pt idx="68">
                  <c:v>0.812670169</c:v>
                </c:pt>
                <c:pt idx="69">
                  <c:v>0.824235734</c:v>
                </c:pt>
                <c:pt idx="70">
                  <c:v>0.835075885</c:v>
                </c:pt>
                <c:pt idx="71">
                  <c:v>0.845513783</c:v>
                </c:pt>
                <c:pt idx="72">
                  <c:v>0.855525569</c:v>
                </c:pt>
                <c:pt idx="73">
                  <c:v>0.865659177</c:v>
                </c:pt>
                <c:pt idx="74">
                  <c:v>0.8104748</c:v>
                </c:pt>
                <c:pt idx="75">
                  <c:v>0.768474573</c:v>
                </c:pt>
                <c:pt idx="76">
                  <c:v>0.747903151</c:v>
                </c:pt>
                <c:pt idx="77">
                  <c:v>0.817858917</c:v>
                </c:pt>
                <c:pt idx="78">
                  <c:v>0.858439992</c:v>
                </c:pt>
                <c:pt idx="79">
                  <c:v>0.883196074</c:v>
                </c:pt>
                <c:pt idx="80">
                  <c:v>0.900635348</c:v>
                </c:pt>
                <c:pt idx="81">
                  <c:v>0.874453904</c:v>
                </c:pt>
                <c:pt idx="82">
                  <c:v>0.90394784</c:v>
                </c:pt>
                <c:pt idx="83">
                  <c:v>0.923596931</c:v>
                </c:pt>
                <c:pt idx="84">
                  <c:v>0.938090273</c:v>
                </c:pt>
                <c:pt idx="85">
                  <c:v>0.933160493</c:v>
                </c:pt>
                <c:pt idx="86">
                  <c:v>0.917547952</c:v>
                </c:pt>
                <c:pt idx="87">
                  <c:v>0.947034828</c:v>
                </c:pt>
                <c:pt idx="88">
                  <c:v>0.966417414</c:v>
                </c:pt>
                <c:pt idx="89">
                  <c:v>0.978548785</c:v>
                </c:pt>
                <c:pt idx="90">
                  <c:v>0.910881297</c:v>
                </c:pt>
                <c:pt idx="91">
                  <c:v>0.94263772</c:v>
                </c:pt>
                <c:pt idx="92">
                  <c:v>0.978294956</c:v>
                </c:pt>
                <c:pt idx="93">
                  <c:v>1.00057168</c:v>
                </c:pt>
                <c:pt idx="94">
                  <c:v>0.936665639</c:v>
                </c:pt>
                <c:pt idx="95">
                  <c:v>0.904589234</c:v>
                </c:pt>
                <c:pt idx="96">
                  <c:v>0.969289666</c:v>
                </c:pt>
                <c:pt idx="97">
                  <c:v>1.00660331</c:v>
                </c:pt>
                <c:pt idx="98">
                  <c:v>0.9517671</c:v>
                </c:pt>
                <c:pt idx="99">
                  <c:v>0.921959166</c:v>
                </c:pt>
                <c:pt idx="100">
                  <c:v>0.932468431</c:v>
                </c:pt>
                <c:pt idx="101">
                  <c:v>0.995035844</c:v>
                </c:pt>
                <c:pt idx="102">
                  <c:v>0.956229154</c:v>
                </c:pt>
                <c:pt idx="103">
                  <c:v>0.931389109</c:v>
                </c:pt>
                <c:pt idx="104">
                  <c:v>0.918879982</c:v>
                </c:pt>
                <c:pt idx="105">
                  <c:v>0.959630657</c:v>
                </c:pt>
                <c:pt idx="106">
                  <c:v>0.950068325</c:v>
                </c:pt>
                <c:pt idx="107">
                  <c:v>0.932006946</c:v>
                </c:pt>
                <c:pt idx="108">
                  <c:v>0.922860187</c:v>
                </c:pt>
                <c:pt idx="109">
                  <c:v>0.918423472</c:v>
                </c:pt>
                <c:pt idx="110">
                  <c:v>0.930436865</c:v>
                </c:pt>
                <c:pt idx="111">
                  <c:v>0.923112028</c:v>
                </c:pt>
                <c:pt idx="112">
                  <c:v>0.919539207</c:v>
                </c:pt>
                <c:pt idx="113">
                  <c:v>0.917740794</c:v>
                </c:pt>
                <c:pt idx="114">
                  <c:v>0.913190432</c:v>
                </c:pt>
                <c:pt idx="115">
                  <c:v>0.91447604</c:v>
                </c:pt>
                <c:pt idx="116">
                  <c:v>0.915110875</c:v>
                </c:pt>
                <c:pt idx="117">
                  <c:v>0.915422111</c:v>
                </c:pt>
                <c:pt idx="118">
                  <c:v>0.915569162</c:v>
                </c:pt>
                <c:pt idx="119">
                  <c:v>0.908514462</c:v>
                </c:pt>
                <c:pt idx="120">
                  <c:v>0.911667579</c:v>
                </c:pt>
                <c:pt idx="121">
                  <c:v>0.913239263</c:v>
                </c:pt>
                <c:pt idx="122">
                  <c:v>0.914043293</c:v>
                </c:pt>
                <c:pt idx="123">
                  <c:v>0.910717007</c:v>
                </c:pt>
                <c:pt idx="124">
                  <c:v>0.906106566</c:v>
                </c:pt>
                <c:pt idx="125">
                  <c:v>0.909819642</c:v>
                </c:pt>
                <c:pt idx="126">
                  <c:v>0.911709138</c:v>
                </c:pt>
                <c:pt idx="127">
                  <c:v>0.912645316</c:v>
                </c:pt>
                <c:pt idx="128">
                  <c:v>0.902057353</c:v>
                </c:pt>
                <c:pt idx="129">
                  <c:v>0.904398221</c:v>
                </c:pt>
                <c:pt idx="130">
                  <c:v>0.908218029</c:v>
                </c:pt>
                <c:pt idx="131">
                  <c:v>0.910010119</c:v>
                </c:pt>
                <c:pt idx="132">
                  <c:v>0.910913462</c:v>
                </c:pt>
                <c:pt idx="133">
                  <c:v>0.895930975</c:v>
                </c:pt>
                <c:pt idx="134">
                  <c:v>0.902993903</c:v>
                </c:pt>
                <c:pt idx="135">
                  <c:v>0.906575599</c:v>
                </c:pt>
                <c:pt idx="136">
                  <c:v>0.908232378</c:v>
                </c:pt>
                <c:pt idx="137">
                  <c:v>0.902665165</c:v>
                </c:pt>
                <c:pt idx="138">
                  <c:v>0.895401534</c:v>
                </c:pt>
                <c:pt idx="139">
                  <c:v>0.901779501</c:v>
                </c:pt>
                <c:pt idx="140">
                  <c:v>0.90483628</c:v>
                </c:pt>
                <c:pt idx="141">
                  <c:v>0.906377972</c:v>
                </c:pt>
                <c:pt idx="142">
                  <c:v>0.896034192</c:v>
                </c:pt>
                <c:pt idx="143">
                  <c:v>0.895106407</c:v>
                </c:pt>
                <c:pt idx="144">
                  <c:v>0.900456143</c:v>
                </c:pt>
                <c:pt idx="145">
                  <c:v>0.903118955</c:v>
                </c:pt>
                <c:pt idx="146">
                  <c:v>0.904407308</c:v>
                </c:pt>
                <c:pt idx="147">
                  <c:v>0.890557836</c:v>
                </c:pt>
                <c:pt idx="148">
                  <c:v>0.894736277</c:v>
                </c:pt>
                <c:pt idx="149">
                  <c:v>0.899233592</c:v>
                </c:pt>
                <c:pt idx="150">
                  <c:v>0.901376622</c:v>
                </c:pt>
                <c:pt idx="151">
                  <c:v>0.901092968</c:v>
                </c:pt>
                <c:pt idx="152">
                  <c:v>0.886906519</c:v>
                </c:pt>
                <c:pt idx="153">
                  <c:v>0.894299166</c:v>
                </c:pt>
                <c:pt idx="154">
                  <c:v>0.898011171</c:v>
                </c:pt>
                <c:pt idx="155">
                  <c:v>0.899815048</c:v>
                </c:pt>
                <c:pt idx="156">
                  <c:v>0.895738026</c:v>
                </c:pt>
                <c:pt idx="157">
                  <c:v>0.888054227</c:v>
                </c:pt>
                <c:pt idx="158">
                  <c:v>0.89397813</c:v>
                </c:pt>
                <c:pt idx="159">
                  <c:v>0.896894485</c:v>
                </c:pt>
                <c:pt idx="160">
                  <c:v>0.89824489</c:v>
                </c:pt>
                <c:pt idx="161">
                  <c:v>0.891501799</c:v>
                </c:pt>
                <c:pt idx="162">
                  <c:v>0.889135122</c:v>
                </c:pt>
                <c:pt idx="163">
                  <c:v>0.893668852</c:v>
                </c:pt>
                <c:pt idx="164">
                  <c:v>0.895863939</c:v>
                </c:pt>
                <c:pt idx="165">
                  <c:v>0.896893187</c:v>
                </c:pt>
                <c:pt idx="166">
                  <c:v>0.887976006</c:v>
                </c:pt>
                <c:pt idx="167">
                  <c:v>0.890057388</c:v>
                </c:pt>
                <c:pt idx="168">
                  <c:v>0.893411552</c:v>
                </c:pt>
                <c:pt idx="169">
                  <c:v>0.895035076</c:v>
                </c:pt>
                <c:pt idx="170">
                  <c:v>0.895779466</c:v>
                </c:pt>
                <c:pt idx="171">
                  <c:v>0.886217262</c:v>
                </c:pt>
                <c:pt idx="172">
                  <c:v>0.890902985</c:v>
                </c:pt>
                <c:pt idx="173">
                  <c:v>0.893261279</c:v>
                </c:pt>
                <c:pt idx="174">
                  <c:v>0.894400846</c:v>
                </c:pt>
                <c:pt idx="175">
                  <c:v>0.894957519</c:v>
                </c:pt>
                <c:pt idx="176">
                  <c:v>0.888720931</c:v>
                </c:pt>
                <c:pt idx="177">
                  <c:v>0.891703982</c:v>
                </c:pt>
                <c:pt idx="178">
                  <c:v>0.893201927</c:v>
                </c:pt>
                <c:pt idx="179">
                  <c:v>0.89396543</c:v>
                </c:pt>
                <c:pt idx="180">
                  <c:v>0.894352538</c:v>
                </c:pt>
                <c:pt idx="181">
                  <c:v>0.890855377</c:v>
                </c:pt>
                <c:pt idx="182">
                  <c:v>0.892503554</c:v>
                </c:pt>
                <c:pt idx="183">
                  <c:v>0.893301263</c:v>
                </c:pt>
                <c:pt idx="184">
                  <c:v>0.89375401</c:v>
                </c:pt>
                <c:pt idx="185">
                  <c:v>0.893989655</c:v>
                </c:pt>
                <c:pt idx="186">
                  <c:v>0.892649705</c:v>
                </c:pt>
                <c:pt idx="187">
                  <c:v>0.893262848</c:v>
                </c:pt>
                <c:pt idx="188">
                  <c:v>0.893566951</c:v>
                </c:pt>
                <c:pt idx="189">
                  <c:v>0.893761866</c:v>
                </c:pt>
                <c:pt idx="190">
                  <c:v>0.894267315</c:v>
                </c:pt>
                <c:pt idx="191">
                  <c:v>0.894132685</c:v>
                </c:pt>
                <c:pt idx="192">
                  <c:v>0.893992133</c:v>
                </c:pt>
                <c:pt idx="193">
                  <c:v>0.893963687</c:v>
                </c:pt>
                <c:pt idx="194">
                  <c:v>0.894005645</c:v>
                </c:pt>
                <c:pt idx="195">
                  <c:v>0.896505034</c:v>
                </c:pt>
                <c:pt idx="196">
                  <c:v>0.895308575</c:v>
                </c:pt>
                <c:pt idx="197">
                  <c:v>0.894766827</c:v>
                </c:pt>
                <c:pt idx="198">
                  <c:v>0.894526227</c:v>
                </c:pt>
                <c:pt idx="199">
                  <c:v>0.894397887</c:v>
                </c:pt>
                <c:pt idx="200">
                  <c:v>0.89804363</c:v>
                </c:pt>
                <c:pt idx="201">
                  <c:v>0.896371454</c:v>
                </c:pt>
                <c:pt idx="202">
                  <c:v>0.895553254</c:v>
                </c:pt>
                <c:pt idx="203">
                  <c:v>0.895087749</c:v>
                </c:pt>
                <c:pt idx="204">
                  <c:v>0.894868621</c:v>
                </c:pt>
                <c:pt idx="205">
                  <c:v>0.899206809</c:v>
                </c:pt>
                <c:pt idx="206">
                  <c:v>0.89718662</c:v>
                </c:pt>
                <c:pt idx="207">
                  <c:v>0.896217446</c:v>
                </c:pt>
                <c:pt idx="208">
                  <c:v>0.895799333</c:v>
                </c:pt>
                <c:pt idx="209">
                  <c:v>0.897137455</c:v>
                </c:pt>
                <c:pt idx="210">
                  <c:v>0.899894008</c:v>
                </c:pt>
                <c:pt idx="211">
                  <c:v>0.897971047</c:v>
                </c:pt>
                <c:pt idx="212">
                  <c:v>0.896945898</c:v>
                </c:pt>
                <c:pt idx="213">
                  <c:v>0.896492456</c:v>
                </c:pt>
                <c:pt idx="214">
                  <c:v>0.902742434</c:v>
                </c:pt>
                <c:pt idx="215">
                  <c:v>0.900390313</c:v>
                </c:pt>
                <c:pt idx="216">
                  <c:v>0.898621263</c:v>
                </c:pt>
                <c:pt idx="217">
                  <c:v>0.897688986</c:v>
                </c:pt>
                <c:pt idx="218">
                  <c:v>0.897233679</c:v>
                </c:pt>
                <c:pt idx="219">
                  <c:v>0.90411582</c:v>
                </c:pt>
                <c:pt idx="220">
                  <c:v>0.900767052</c:v>
                </c:pt>
                <c:pt idx="221">
                  <c:v>0.899230967</c:v>
                </c:pt>
                <c:pt idx="222">
                  <c:v>0.898360515</c:v>
                </c:pt>
                <c:pt idx="223">
                  <c:v>0.898021739</c:v>
                </c:pt>
                <c:pt idx="224">
                  <c:v>0.903798058</c:v>
                </c:pt>
                <c:pt idx="225">
                  <c:v>0.901085798</c:v>
                </c:pt>
                <c:pt idx="226">
                  <c:v>0.89977309</c:v>
                </c:pt>
                <c:pt idx="227">
                  <c:v>0.899064987</c:v>
                </c:pt>
                <c:pt idx="228">
                  <c:v>0.900626891</c:v>
                </c:pt>
                <c:pt idx="229">
                  <c:v>0.903469826</c:v>
                </c:pt>
                <c:pt idx="230">
                  <c:v>0.901357054</c:v>
                </c:pt>
                <c:pt idx="231">
                  <c:v>0.900224037</c:v>
                </c:pt>
                <c:pt idx="232">
                  <c:v>0.899764564</c:v>
                </c:pt>
                <c:pt idx="233">
                  <c:v>0.906136245</c:v>
                </c:pt>
                <c:pt idx="234">
                  <c:v>0.90325282</c:v>
                </c:pt>
                <c:pt idx="235">
                  <c:v>0.90151287</c:v>
                </c:pt>
                <c:pt idx="236">
                  <c:v>0.900768048</c:v>
                </c:pt>
                <c:pt idx="237">
                  <c:v>0.900290473</c:v>
                </c:pt>
                <c:pt idx="238">
                  <c:v>0.905537973</c:v>
                </c:pt>
                <c:pt idx="239">
                  <c:v>0.902972303</c:v>
                </c:pt>
                <c:pt idx="240">
                  <c:v>0.901822572</c:v>
                </c:pt>
                <c:pt idx="241">
                  <c:v>0.901136507</c:v>
                </c:pt>
                <c:pt idx="242">
                  <c:v>0.900909999</c:v>
                </c:pt>
                <c:pt idx="243">
                  <c:v>0.904548531</c:v>
                </c:pt>
                <c:pt idx="244">
                  <c:v>0.902866605</c:v>
                </c:pt>
                <c:pt idx="245">
                  <c:v>0.901937222</c:v>
                </c:pt>
                <c:pt idx="246">
                  <c:v>0.901585337</c:v>
                </c:pt>
                <c:pt idx="247">
                  <c:v>0.903421664</c:v>
                </c:pt>
                <c:pt idx="248">
                  <c:v>0.903931725</c:v>
                </c:pt>
                <c:pt idx="249">
                  <c:v>0.902729388</c:v>
                </c:pt>
                <c:pt idx="250">
                  <c:v>0.902179238</c:v>
                </c:pt>
                <c:pt idx="251">
                  <c:v>0.901861919</c:v>
                </c:pt>
                <c:pt idx="252">
                  <c:v>0.90484581</c:v>
                </c:pt>
                <c:pt idx="253">
                  <c:v>0.90335801</c:v>
                </c:pt>
                <c:pt idx="254">
                  <c:v>0.902605936</c:v>
                </c:pt>
                <c:pt idx="255">
                  <c:v>0.902276338</c:v>
                </c:pt>
                <c:pt idx="256">
                  <c:v>0.902062742</c:v>
                </c:pt>
                <c:pt idx="257">
                  <c:v>0.903804813</c:v>
                </c:pt>
                <c:pt idx="258">
                  <c:v>0.902916863</c:v>
                </c:pt>
                <c:pt idx="259">
                  <c:v>0.902570355</c:v>
                </c:pt>
                <c:pt idx="260">
                  <c:v>0.902312005</c:v>
                </c:pt>
                <c:pt idx="261">
                  <c:v>0.902275012</c:v>
                </c:pt>
                <c:pt idx="262">
                  <c:v>0.902956035</c:v>
                </c:pt>
                <c:pt idx="263">
                  <c:v>0.902659926</c:v>
                </c:pt>
                <c:pt idx="264">
                  <c:v>0.902409554</c:v>
                </c:pt>
                <c:pt idx="265">
                  <c:v>0.9023878</c:v>
                </c:pt>
                <c:pt idx="266">
                  <c:v>0.902494063</c:v>
                </c:pt>
                <c:pt idx="267">
                  <c:v>0.902444537</c:v>
                </c:pt>
                <c:pt idx="268">
                  <c:v>0.90231451</c:v>
                </c:pt>
                <c:pt idx="269">
                  <c:v>0.902354422</c:v>
                </c:pt>
                <c:pt idx="270">
                  <c:v>0.90226795</c:v>
                </c:pt>
                <c:pt idx="271">
                  <c:v>0.901723821</c:v>
                </c:pt>
                <c:pt idx="272">
                  <c:v>0.901918226</c:v>
                </c:pt>
                <c:pt idx="273">
                  <c:v>0.902124114</c:v>
                </c:pt>
                <c:pt idx="274">
                  <c:v>0.902117823</c:v>
                </c:pt>
                <c:pt idx="275">
                  <c:v>0.90222502</c:v>
                </c:pt>
                <c:pt idx="276">
                  <c:v>0.901112929</c:v>
                </c:pt>
                <c:pt idx="277">
                  <c:v>0.901654302</c:v>
                </c:pt>
                <c:pt idx="278">
                  <c:v>0.901817033</c:v>
                </c:pt>
                <c:pt idx="279">
                  <c:v>0.901992981</c:v>
                </c:pt>
                <c:pt idx="280">
                  <c:v>0.901981716</c:v>
                </c:pt>
                <c:pt idx="281">
                  <c:v>0.900781225</c:v>
                </c:pt>
                <c:pt idx="282">
                  <c:v>0.901284704</c:v>
                </c:pt>
                <c:pt idx="283">
                  <c:v>0.901606808</c:v>
                </c:pt>
                <c:pt idx="284">
                  <c:v>0.901710213</c:v>
                </c:pt>
                <c:pt idx="285">
                  <c:v>0.899294439</c:v>
                </c:pt>
                <c:pt idx="286">
                  <c:v>0.900497481</c:v>
                </c:pt>
                <c:pt idx="287">
                  <c:v>0.901054902</c:v>
                </c:pt>
                <c:pt idx="288">
                  <c:v>0.901367707</c:v>
                </c:pt>
                <c:pt idx="289">
                  <c:v>0.901449382</c:v>
                </c:pt>
                <c:pt idx="290">
                  <c:v>0.899194053</c:v>
                </c:pt>
                <c:pt idx="291">
                  <c:v>0.900217533</c:v>
                </c:pt>
                <c:pt idx="292">
                  <c:v>0.900812575</c:v>
                </c:pt>
                <c:pt idx="293">
                  <c:v>0.901038284</c:v>
                </c:pt>
                <c:pt idx="294">
                  <c:v>0.901214474</c:v>
                </c:pt>
                <c:pt idx="295">
                  <c:v>0.899090008</c:v>
                </c:pt>
                <c:pt idx="296">
                  <c:v>0.900040237</c:v>
                </c:pt>
                <c:pt idx="297">
                  <c:v>0.90057018</c:v>
                </c:pt>
                <c:pt idx="298">
                  <c:v>0.900732136</c:v>
                </c:pt>
                <c:pt idx="299">
                  <c:v>0.899639121</c:v>
                </c:pt>
                <c:pt idx="300">
                  <c:v>0.8990178</c:v>
                </c:pt>
                <c:pt idx="301">
                  <c:v>0.899894477</c:v>
                </c:pt>
                <c:pt idx="302">
                  <c:v>0.900314988</c:v>
                </c:pt>
                <c:pt idx="303">
                  <c:v>0.900486671</c:v>
                </c:pt>
                <c:pt idx="304">
                  <c:v>0.897710289</c:v>
                </c:pt>
                <c:pt idx="305">
                  <c:v>0.899013754</c:v>
                </c:pt>
                <c:pt idx="306">
                  <c:v>0.899759874</c:v>
                </c:pt>
                <c:pt idx="307">
                  <c:v>0.900060209</c:v>
                </c:pt>
                <c:pt idx="308">
                  <c:v>0.900236382</c:v>
                </c:pt>
                <c:pt idx="309">
                  <c:v>0.89798101</c:v>
                </c:pt>
                <c:pt idx="310">
                  <c:v>0.898996714</c:v>
                </c:pt>
                <c:pt idx="311">
                  <c:v>0.899590859</c:v>
                </c:pt>
                <c:pt idx="312">
                  <c:v>0.899827536</c:v>
                </c:pt>
                <c:pt idx="313">
                  <c:v>0.899984135</c:v>
                </c:pt>
                <c:pt idx="314">
                  <c:v>0.898225807</c:v>
                </c:pt>
                <c:pt idx="315">
                  <c:v>0.898983755</c:v>
                </c:pt>
                <c:pt idx="316">
                  <c:v>0.899452633</c:v>
                </c:pt>
                <c:pt idx="317">
                  <c:v>0.899607052</c:v>
                </c:pt>
                <c:pt idx="318">
                  <c:v>0.899083721</c:v>
                </c:pt>
                <c:pt idx="319">
                  <c:v>0.898424419</c:v>
                </c:pt>
                <c:pt idx="320">
                  <c:v>0.89896027</c:v>
                </c:pt>
                <c:pt idx="321">
                  <c:v>0.899323843</c:v>
                </c:pt>
                <c:pt idx="322">
                  <c:v>0.899435007</c:v>
                </c:pt>
                <c:pt idx="323">
                  <c:v>0.897687141</c:v>
                </c:pt>
                <c:pt idx="324">
                  <c:v>0.898613465</c:v>
                </c:pt>
                <c:pt idx="325">
                  <c:v>0.898961461</c:v>
                </c:pt>
                <c:pt idx="326">
                  <c:v>0.899220681</c:v>
                </c:pt>
                <c:pt idx="327">
                  <c:v>0.899305169</c:v>
                </c:pt>
                <c:pt idx="328">
                  <c:v>0.898088718</c:v>
                </c:pt>
                <c:pt idx="329">
                  <c:v>0.898729206</c:v>
                </c:pt>
                <c:pt idx="330">
                  <c:v>0.898957635</c:v>
                </c:pt>
                <c:pt idx="331">
                  <c:v>0.899146055</c:v>
                </c:pt>
                <c:pt idx="332">
                  <c:v>0.899204782</c:v>
                </c:pt>
                <c:pt idx="333">
                  <c:v>0.898458492</c:v>
                </c:pt>
                <c:pt idx="334">
                  <c:v>0.898865557</c:v>
                </c:pt>
                <c:pt idx="335">
                  <c:v>0.898984925</c:v>
                </c:pt>
                <c:pt idx="336">
                  <c:v>0.899091007</c:v>
                </c:pt>
                <c:pt idx="337">
                  <c:v>0.899144648</c:v>
                </c:pt>
                <c:pt idx="338">
                  <c:v>0.898697295</c:v>
                </c:pt>
                <c:pt idx="339">
                  <c:v>0.89894733</c:v>
                </c:pt>
                <c:pt idx="340">
                  <c:v>0.899010924</c:v>
                </c:pt>
                <c:pt idx="341">
                  <c:v>0.899053251</c:v>
                </c:pt>
                <c:pt idx="342">
                  <c:v>0.898872369</c:v>
                </c:pt>
                <c:pt idx="343">
                  <c:v>0.89891476</c:v>
                </c:pt>
                <c:pt idx="344">
                  <c:v>0.899040305</c:v>
                </c:pt>
                <c:pt idx="345">
                  <c:v>0.899032922</c:v>
                </c:pt>
                <c:pt idx="346">
                  <c:v>0.899050117</c:v>
                </c:pt>
                <c:pt idx="347">
                  <c:v>0.899232158</c:v>
                </c:pt>
                <c:pt idx="348">
                  <c:v>0.899096263</c:v>
                </c:pt>
                <c:pt idx="349">
                  <c:v>0.899129476</c:v>
                </c:pt>
                <c:pt idx="350">
                  <c:v>0.899091726</c:v>
                </c:pt>
                <c:pt idx="351">
                  <c:v>0.899082741</c:v>
                </c:pt>
                <c:pt idx="352">
                  <c:v>0.899431804</c:v>
                </c:pt>
                <c:pt idx="353">
                  <c:v>0.899220312</c:v>
                </c:pt>
                <c:pt idx="354">
                  <c:v>0.899208639</c:v>
                </c:pt>
                <c:pt idx="355">
                  <c:v>0.899148026</c:v>
                </c:pt>
                <c:pt idx="356">
                  <c:v>0.899160298</c:v>
                </c:pt>
                <c:pt idx="357">
                  <c:v>0.899603839</c:v>
                </c:pt>
                <c:pt idx="358">
                  <c:v>0.89934255</c:v>
                </c:pt>
                <c:pt idx="359">
                  <c:v>0.899317324</c:v>
                </c:pt>
                <c:pt idx="360">
                  <c:v>0.899217816</c:v>
                </c:pt>
                <c:pt idx="361">
                  <c:v>0.900108037</c:v>
                </c:pt>
                <c:pt idx="362">
                  <c:v>0.899728464</c:v>
                </c:pt>
                <c:pt idx="363">
                  <c:v>0.899464249</c:v>
                </c:pt>
                <c:pt idx="364">
                  <c:v>0.899417751</c:v>
                </c:pt>
                <c:pt idx="365">
                  <c:v>0.899303472</c:v>
                </c:pt>
                <c:pt idx="366">
                  <c:v>0.900227694</c:v>
                </c:pt>
                <c:pt idx="367">
                  <c:v>0.899795619</c:v>
                </c:pt>
                <c:pt idx="368">
                  <c:v>0.899561322</c:v>
                </c:pt>
                <c:pt idx="369">
                  <c:v>0.89953023</c:v>
                </c:pt>
                <c:pt idx="370">
                  <c:v>0.899400222</c:v>
                </c:pt>
                <c:pt idx="371">
                  <c:v>0.900291841</c:v>
                </c:pt>
                <c:pt idx="372">
                  <c:v>0.899853096</c:v>
                </c:pt>
                <c:pt idx="373">
                  <c:v>0.899686613</c:v>
                </c:pt>
                <c:pt idx="374">
                  <c:v>0.899628989</c:v>
                </c:pt>
                <c:pt idx="375">
                  <c:v>0.899545262</c:v>
                </c:pt>
                <c:pt idx="376">
                  <c:v>0.900329437</c:v>
                </c:pt>
                <c:pt idx="377">
                  <c:v>0.899921207</c:v>
                </c:pt>
                <c:pt idx="378">
                  <c:v>0.899826109</c:v>
                </c:pt>
                <c:pt idx="379">
                  <c:v>0.899694951</c:v>
                </c:pt>
                <c:pt idx="380">
                  <c:v>0.900823524</c:v>
                </c:pt>
                <c:pt idx="381">
                  <c:v>0.900313168</c:v>
                </c:pt>
                <c:pt idx="382">
                  <c:v>0.900000855</c:v>
                </c:pt>
                <c:pt idx="383">
                  <c:v>0.899917929</c:v>
                </c:pt>
                <c:pt idx="384">
                  <c:v>0.899777087</c:v>
                </c:pt>
                <c:pt idx="385">
                  <c:v>0.900748277</c:v>
                </c:pt>
                <c:pt idx="386">
                  <c:v>0.900254835</c:v>
                </c:pt>
                <c:pt idx="387">
                  <c:v>0.900072362</c:v>
                </c:pt>
                <c:pt idx="388">
                  <c:v>0.899986681</c:v>
                </c:pt>
                <c:pt idx="389">
                  <c:v>0.89989776</c:v>
                </c:pt>
                <c:pt idx="390">
                  <c:v>0.900691641</c:v>
                </c:pt>
                <c:pt idx="391">
                  <c:v>0.900273209</c:v>
                </c:pt>
                <c:pt idx="392">
                  <c:v>0.900160779</c:v>
                </c:pt>
                <c:pt idx="393">
                  <c:v>0.900019671</c:v>
                </c:pt>
                <c:pt idx="394">
                  <c:v>0.900042285</c:v>
                </c:pt>
                <c:pt idx="395">
                  <c:v>0.900586608</c:v>
                </c:pt>
                <c:pt idx="396">
                  <c:v>0.900334412</c:v>
                </c:pt>
                <c:pt idx="397">
                  <c:v>0.900230037</c:v>
                </c:pt>
                <c:pt idx="398">
                  <c:v>0.900102048</c:v>
                </c:pt>
                <c:pt idx="399">
                  <c:v>0.900907404</c:v>
                </c:pt>
                <c:pt idx="400">
                  <c:v>0.900468066</c:v>
                </c:pt>
                <c:pt idx="401">
                  <c:v>0.900355089</c:v>
                </c:pt>
                <c:pt idx="402">
                  <c:v>0.900206743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Sheet1!$B$811</c:f>
              <c:strCache>
                <c:ptCount val="1"/>
                <c:pt idx="0">
                  <c:v>below 0.65 V the VCO is &lt; 18 MHz</c:v>
                </c:pt>
              </c:strCache>
            </c:strRef>
          </c:tx>
          <c:spPr>
            <a:ln w="19050">
              <a:solidFill>
                <a:srgbClr val="C0392B"/>
              </a:solidFill>
              <a:prstDash val="dash"/>
            </a:ln>
          </c:spPr>
          <c:marker>
            <c:symbol val="none"/>
          </c:marker>
          <c:xVal>
            <c:numRef>
              <c:f>Sheet1!$A$812:$A$813</c:f>
              <c:numCache>
                <c:formatCode>General</c:formatCode>
                <c:ptCount val="2"/>
                <c:pt idx="0">
                  <c:v>0</c:v>
                </c:pt>
                <c:pt idx="1">
                  <c:v>3000</c:v>
                </c:pt>
              </c:numCache>
            </c:numRef>
          </c:xVal>
          <c:yVal>
            <c:numRef>
              <c:f>Sheet1!$B$812:$B$813</c:f>
              <c:numCache>
                <c:formatCode>General</c:formatCode>
                <c:ptCount val="2"/>
                <c:pt idx="0">
                  <c:v>0.65</c:v>
                </c:pt>
                <c:pt idx="1">
                  <c:v>0.65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Time (ns)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.2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transistor-level transient (577 ns)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ymbol val="none"/>
          </c:marker>
          <c:xVal>
            <c:numRef>
              <c:f>Sheet1!$A$2:$A$404</c:f>
              <c:numCache>
                <c:formatCode>General</c:formatCode>
                <c:ptCount val="403"/>
                <c:pt idx="0">
                  <c:v>0.0002</c:v>
                </c:pt>
                <c:pt idx="1">
                  <c:v>4.67</c:v>
                </c:pt>
                <c:pt idx="2">
                  <c:v>9.67</c:v>
                </c:pt>
                <c:pt idx="3">
                  <c:v>14.67</c:v>
                </c:pt>
                <c:pt idx="4">
                  <c:v>19.556</c:v>
                </c:pt>
                <c:pt idx="5">
                  <c:v>24.556</c:v>
                </c:pt>
                <c:pt idx="6">
                  <c:v>29.556</c:v>
                </c:pt>
                <c:pt idx="7">
                  <c:v>34.556000000000004</c:v>
                </c:pt>
                <c:pt idx="8">
                  <c:v>39.441</c:v>
                </c:pt>
                <c:pt idx="9">
                  <c:v>44.441</c:v>
                </c:pt>
                <c:pt idx="10">
                  <c:v>49.441</c:v>
                </c:pt>
                <c:pt idx="11">
                  <c:v>54.327</c:v>
                </c:pt>
                <c:pt idx="12">
                  <c:v>59.327</c:v>
                </c:pt>
                <c:pt idx="13">
                  <c:v>64.327</c:v>
                </c:pt>
                <c:pt idx="14">
                  <c:v>69.327</c:v>
                </c:pt>
                <c:pt idx="15">
                  <c:v>74.212</c:v>
                </c:pt>
                <c:pt idx="16">
                  <c:v>79.21199999999999</c:v>
                </c:pt>
                <c:pt idx="17">
                  <c:v>84.212</c:v>
                </c:pt>
                <c:pt idx="18">
                  <c:v>89.098</c:v>
                </c:pt>
                <c:pt idx="19">
                  <c:v>94.098</c:v>
                </c:pt>
                <c:pt idx="20">
                  <c:v>99.098</c:v>
                </c:pt>
                <c:pt idx="21">
                  <c:v>104.098</c:v>
                </c:pt>
                <c:pt idx="22">
                  <c:v>108.983</c:v>
                </c:pt>
                <c:pt idx="23">
                  <c:v>113.98299999999999</c:v>
                </c:pt>
                <c:pt idx="24">
                  <c:v>118.983</c:v>
                </c:pt>
                <c:pt idx="25">
                  <c:v>123.929</c:v>
                </c:pt>
                <c:pt idx="26">
                  <c:v>128.869</c:v>
                </c:pt>
                <c:pt idx="27">
                  <c:v>133.869</c:v>
                </c:pt>
                <c:pt idx="28">
                  <c:v>138.869</c:v>
                </c:pt>
                <c:pt idx="29">
                  <c:v>143.754</c:v>
                </c:pt>
                <c:pt idx="30">
                  <c:v>148.75400000000002</c:v>
                </c:pt>
                <c:pt idx="31">
                  <c:v>153.754</c:v>
                </c:pt>
                <c:pt idx="32">
                  <c:v>158.754</c:v>
                </c:pt>
                <c:pt idx="33">
                  <c:v>163.64000000000001</c:v>
                </c:pt>
                <c:pt idx="34">
                  <c:v>168.64000000000001</c:v>
                </c:pt>
                <c:pt idx="35">
                  <c:v>173.64000000000001</c:v>
                </c:pt>
                <c:pt idx="36">
                  <c:v>178.525</c:v>
                </c:pt>
                <c:pt idx="37">
                  <c:v>183.525</c:v>
                </c:pt>
                <c:pt idx="38">
                  <c:v>188.525</c:v>
                </c:pt>
                <c:pt idx="39">
                  <c:v>193.525</c:v>
                </c:pt>
                <c:pt idx="40">
                  <c:v>198.411</c:v>
                </c:pt>
                <c:pt idx="41">
                  <c:v>203.411</c:v>
                </c:pt>
                <c:pt idx="42">
                  <c:v>208.411</c:v>
                </c:pt>
                <c:pt idx="43">
                  <c:v>213.296</c:v>
                </c:pt>
                <c:pt idx="44">
                  <c:v>218.29600000000002</c:v>
                </c:pt>
                <c:pt idx="45">
                  <c:v>223.296</c:v>
                </c:pt>
                <c:pt idx="46">
                  <c:v>228.296</c:v>
                </c:pt>
                <c:pt idx="47">
                  <c:v>233.18200000000002</c:v>
                </c:pt>
                <c:pt idx="48">
                  <c:v>238.18200000000002</c:v>
                </c:pt>
                <c:pt idx="49">
                  <c:v>243.182</c:v>
                </c:pt>
                <c:pt idx="50">
                  <c:v>248.067</c:v>
                </c:pt>
                <c:pt idx="51">
                  <c:v>253.067</c:v>
                </c:pt>
                <c:pt idx="52">
                  <c:v>258.067</c:v>
                </c:pt>
                <c:pt idx="53">
                  <c:v>263.067</c:v>
                </c:pt>
                <c:pt idx="54">
                  <c:v>267.953</c:v>
                </c:pt>
                <c:pt idx="55">
                  <c:v>272.953</c:v>
                </c:pt>
                <c:pt idx="56">
                  <c:v>277.953</c:v>
                </c:pt>
                <c:pt idx="57">
                  <c:v>282.95300000000003</c:v>
                </c:pt>
                <c:pt idx="58">
                  <c:v>287.838</c:v>
                </c:pt>
                <c:pt idx="59">
                  <c:v>292.838</c:v>
                </c:pt>
                <c:pt idx="60">
                  <c:v>297.838</c:v>
                </c:pt>
                <c:pt idx="61">
                  <c:v>302.724</c:v>
                </c:pt>
                <c:pt idx="62">
                  <c:v>307.724</c:v>
                </c:pt>
                <c:pt idx="63">
                  <c:v>312.724</c:v>
                </c:pt>
                <c:pt idx="64">
                  <c:v>317.72400000000005</c:v>
                </c:pt>
                <c:pt idx="65">
                  <c:v>322.609</c:v>
                </c:pt>
                <c:pt idx="66">
                  <c:v>327.609</c:v>
                </c:pt>
                <c:pt idx="67">
                  <c:v>332.609</c:v>
                </c:pt>
                <c:pt idx="68">
                  <c:v>337.495</c:v>
                </c:pt>
                <c:pt idx="69">
                  <c:v>342.495</c:v>
                </c:pt>
                <c:pt idx="70">
                  <c:v>347.49499999999995</c:v>
                </c:pt>
                <c:pt idx="71">
                  <c:v>352.495</c:v>
                </c:pt>
                <c:pt idx="72">
                  <c:v>357.38</c:v>
                </c:pt>
                <c:pt idx="73">
                  <c:v>362.38</c:v>
                </c:pt>
                <c:pt idx="74">
                  <c:v>367.38</c:v>
                </c:pt>
                <c:pt idx="75">
                  <c:v>372.26599999999996</c:v>
                </c:pt>
                <c:pt idx="76">
                  <c:v>377.26599999999996</c:v>
                </c:pt>
                <c:pt idx="77">
                  <c:v>382.26599999999996</c:v>
                </c:pt>
                <c:pt idx="78">
                  <c:v>387.266</c:v>
                </c:pt>
                <c:pt idx="79">
                  <c:v>392.151</c:v>
                </c:pt>
                <c:pt idx="80">
                  <c:v>397.151</c:v>
                </c:pt>
                <c:pt idx="81">
                  <c:v>402.151</c:v>
                </c:pt>
                <c:pt idx="82">
                  <c:v>407.037</c:v>
                </c:pt>
                <c:pt idx="83">
                  <c:v>412.037</c:v>
                </c:pt>
                <c:pt idx="84">
                  <c:v>417.037</c:v>
                </c:pt>
                <c:pt idx="85">
                  <c:v>422.03700000000003</c:v>
                </c:pt>
                <c:pt idx="86">
                  <c:v>426.922</c:v>
                </c:pt>
                <c:pt idx="87">
                  <c:v>431.922</c:v>
                </c:pt>
                <c:pt idx="88">
                  <c:v>436.922</c:v>
                </c:pt>
                <c:pt idx="89">
                  <c:v>441.92199999999997</c:v>
                </c:pt>
                <c:pt idx="90">
                  <c:v>446.808</c:v>
                </c:pt>
                <c:pt idx="91">
                  <c:v>451.808</c:v>
                </c:pt>
                <c:pt idx="92">
                  <c:v>456.80800000000005</c:v>
                </c:pt>
                <c:pt idx="93">
                  <c:v>461.693</c:v>
                </c:pt>
                <c:pt idx="94">
                  <c:v>466.693</c:v>
                </c:pt>
                <c:pt idx="95">
                  <c:v>471.693</c:v>
                </c:pt>
                <c:pt idx="96">
                  <c:v>476.693</c:v>
                </c:pt>
                <c:pt idx="97">
                  <c:v>481.579</c:v>
                </c:pt>
                <c:pt idx="98">
                  <c:v>486.57899999999995</c:v>
                </c:pt>
                <c:pt idx="99">
                  <c:v>491.57900000000006</c:v>
                </c:pt>
                <c:pt idx="100">
                  <c:v>496.464</c:v>
                </c:pt>
                <c:pt idx="101">
                  <c:v>501.46400000000006</c:v>
                </c:pt>
                <c:pt idx="102">
                  <c:v>506.464</c:v>
                </c:pt>
                <c:pt idx="103">
                  <c:v>511.46399999999994</c:v>
                </c:pt>
                <c:pt idx="104">
                  <c:v>516.35</c:v>
                </c:pt>
                <c:pt idx="105">
                  <c:v>521.35</c:v>
                </c:pt>
                <c:pt idx="106">
                  <c:v>526.35</c:v>
                </c:pt>
                <c:pt idx="107">
                  <c:v>531.235</c:v>
                </c:pt>
                <c:pt idx="108">
                  <c:v>536.235</c:v>
                </c:pt>
                <c:pt idx="109">
                  <c:v>541.235</c:v>
                </c:pt>
                <c:pt idx="110">
                  <c:v>546.235</c:v>
                </c:pt>
                <c:pt idx="111">
                  <c:v>551.121</c:v>
                </c:pt>
                <c:pt idx="112">
                  <c:v>556.121</c:v>
                </c:pt>
                <c:pt idx="113">
                  <c:v>561.121</c:v>
                </c:pt>
                <c:pt idx="114">
                  <c:v>566.0379999999999</c:v>
                </c:pt>
                <c:pt idx="115">
                  <c:v>571.006</c:v>
                </c:pt>
                <c:pt idx="116">
                  <c:v>576.0060000000001</c:v>
                </c:pt>
                <c:pt idx="117">
                  <c:v>581.006</c:v>
                </c:pt>
                <c:pt idx="118">
                  <c:v>585.8919999999999</c:v>
                </c:pt>
                <c:pt idx="119">
                  <c:v>590.892</c:v>
                </c:pt>
                <c:pt idx="120">
                  <c:v>595.8919999999999</c:v>
                </c:pt>
                <c:pt idx="121">
                  <c:v>600.892</c:v>
                </c:pt>
                <c:pt idx="122">
                  <c:v>605.7769999999999</c:v>
                </c:pt>
                <c:pt idx="123">
                  <c:v>610.777</c:v>
                </c:pt>
                <c:pt idx="124">
                  <c:v>615.777</c:v>
                </c:pt>
                <c:pt idx="125">
                  <c:v>620.663</c:v>
                </c:pt>
                <c:pt idx="126">
                  <c:v>625.663</c:v>
                </c:pt>
                <c:pt idx="127">
                  <c:v>630.663</c:v>
                </c:pt>
                <c:pt idx="128">
                  <c:v>635.663</c:v>
                </c:pt>
                <c:pt idx="129">
                  <c:v>640.548</c:v>
                </c:pt>
                <c:pt idx="130">
                  <c:v>645.548</c:v>
                </c:pt>
                <c:pt idx="131">
                  <c:v>650.548</c:v>
                </c:pt>
                <c:pt idx="132">
                  <c:v>655.434</c:v>
                </c:pt>
                <c:pt idx="133">
                  <c:v>660.4340000000001</c:v>
                </c:pt>
                <c:pt idx="134">
                  <c:v>665.434</c:v>
                </c:pt>
                <c:pt idx="135">
                  <c:v>670.434</c:v>
                </c:pt>
                <c:pt idx="136">
                  <c:v>675.319</c:v>
                </c:pt>
                <c:pt idx="137">
                  <c:v>680.319</c:v>
                </c:pt>
                <c:pt idx="138">
                  <c:v>685.3190000000001</c:v>
                </c:pt>
                <c:pt idx="139">
                  <c:v>690.205</c:v>
                </c:pt>
                <c:pt idx="140">
                  <c:v>695.2049999999999</c:v>
                </c:pt>
                <c:pt idx="141">
                  <c:v>700.205</c:v>
                </c:pt>
                <c:pt idx="142">
                  <c:v>705.2049999999999</c:v>
                </c:pt>
                <c:pt idx="143">
                  <c:v>710.09</c:v>
                </c:pt>
                <c:pt idx="144">
                  <c:v>715.09</c:v>
                </c:pt>
                <c:pt idx="145">
                  <c:v>720.09</c:v>
                </c:pt>
                <c:pt idx="146">
                  <c:v>725.09</c:v>
                </c:pt>
                <c:pt idx="147">
                  <c:v>729.976</c:v>
                </c:pt>
                <c:pt idx="148">
                  <c:v>734.976</c:v>
                </c:pt>
                <c:pt idx="149">
                  <c:v>739.976</c:v>
                </c:pt>
                <c:pt idx="150">
                  <c:v>744.861</c:v>
                </c:pt>
                <c:pt idx="151">
                  <c:v>749.861</c:v>
                </c:pt>
                <c:pt idx="152">
                  <c:v>754.8610000000001</c:v>
                </c:pt>
                <c:pt idx="153">
                  <c:v>759.861</c:v>
                </c:pt>
                <c:pt idx="154">
                  <c:v>764.747</c:v>
                </c:pt>
                <c:pt idx="155">
                  <c:v>769.7470000000001</c:v>
                </c:pt>
                <c:pt idx="156">
                  <c:v>774.747</c:v>
                </c:pt>
                <c:pt idx="157">
                  <c:v>779.632</c:v>
                </c:pt>
                <c:pt idx="158">
                  <c:v>784.6320000000001</c:v>
                </c:pt>
                <c:pt idx="159">
                  <c:v>789.632</c:v>
                </c:pt>
                <c:pt idx="160">
                  <c:v>794.6320000000001</c:v>
                </c:pt>
                <c:pt idx="161">
                  <c:v>799.518</c:v>
                </c:pt>
                <c:pt idx="162">
                  <c:v>804.5179999999999</c:v>
                </c:pt>
                <c:pt idx="163">
                  <c:v>809.518</c:v>
                </c:pt>
                <c:pt idx="164">
                  <c:v>814.403</c:v>
                </c:pt>
                <c:pt idx="165">
                  <c:v>819.403</c:v>
                </c:pt>
                <c:pt idx="166">
                  <c:v>824.403</c:v>
                </c:pt>
                <c:pt idx="167">
                  <c:v>829.403</c:v>
                </c:pt>
                <c:pt idx="168">
                  <c:v>834.289</c:v>
                </c:pt>
                <c:pt idx="169">
                  <c:v>839.289</c:v>
                </c:pt>
                <c:pt idx="170">
                  <c:v>844.289</c:v>
                </c:pt>
                <c:pt idx="171">
                  <c:v>849.174</c:v>
                </c:pt>
                <c:pt idx="172">
                  <c:v>854.1740000000001</c:v>
                </c:pt>
                <c:pt idx="173">
                  <c:v>859.174</c:v>
                </c:pt>
                <c:pt idx="174">
                  <c:v>864.1740000000001</c:v>
                </c:pt>
                <c:pt idx="175">
                  <c:v>869.0600000000001</c:v>
                </c:pt>
                <c:pt idx="176">
                  <c:v>874.06</c:v>
                </c:pt>
                <c:pt idx="177">
                  <c:v>879.0600000000001</c:v>
                </c:pt>
                <c:pt idx="178">
                  <c:v>884.06</c:v>
                </c:pt>
                <c:pt idx="179">
                  <c:v>888.945</c:v>
                </c:pt>
                <c:pt idx="180">
                  <c:v>893.945</c:v>
                </c:pt>
                <c:pt idx="181">
                  <c:v>898.9449999999999</c:v>
                </c:pt>
                <c:pt idx="182">
                  <c:v>903.831</c:v>
                </c:pt>
                <c:pt idx="183">
                  <c:v>908.831</c:v>
                </c:pt>
                <c:pt idx="184">
                  <c:v>913.831</c:v>
                </c:pt>
                <c:pt idx="185">
                  <c:v>918.831</c:v>
                </c:pt>
                <c:pt idx="186">
                  <c:v>923.716</c:v>
                </c:pt>
                <c:pt idx="187">
                  <c:v>928.716</c:v>
                </c:pt>
                <c:pt idx="188">
                  <c:v>933.716</c:v>
                </c:pt>
                <c:pt idx="189">
                  <c:v>938.602</c:v>
                </c:pt>
                <c:pt idx="190">
                  <c:v>943.602</c:v>
                </c:pt>
                <c:pt idx="191">
                  <c:v>948.602</c:v>
                </c:pt>
                <c:pt idx="192">
                  <c:v>953.602</c:v>
                </c:pt>
                <c:pt idx="193">
                  <c:v>958.4870000000001</c:v>
                </c:pt>
                <c:pt idx="194">
                  <c:v>963.4870000000001</c:v>
                </c:pt>
                <c:pt idx="195">
                  <c:v>968.487</c:v>
                </c:pt>
                <c:pt idx="196">
                  <c:v>973.3729999999999</c:v>
                </c:pt>
                <c:pt idx="197">
                  <c:v>978.3729999999999</c:v>
                </c:pt>
                <c:pt idx="198">
                  <c:v>983.373</c:v>
                </c:pt>
                <c:pt idx="199">
                  <c:v>988.373</c:v>
                </c:pt>
                <c:pt idx="200">
                  <c:v>993.258</c:v>
                </c:pt>
                <c:pt idx="201">
                  <c:v>998.2579999999999</c:v>
                </c:pt>
                <c:pt idx="202">
                  <c:v>1003.2580000000002</c:v>
                </c:pt>
                <c:pt idx="203">
                  <c:v>1008.2040000000001</c:v>
                </c:pt>
                <c:pt idx="204">
                  <c:v>1013.144</c:v>
                </c:pt>
                <c:pt idx="205">
                  <c:v>1018.144</c:v>
                </c:pt>
                <c:pt idx="206">
                  <c:v>1023.1439999999999</c:v>
                </c:pt>
                <c:pt idx="207">
                  <c:v>1028.029</c:v>
                </c:pt>
                <c:pt idx="208">
                  <c:v>1033.029</c:v>
                </c:pt>
                <c:pt idx="209">
                  <c:v>1038.029</c:v>
                </c:pt>
                <c:pt idx="210">
                  <c:v>1043.029</c:v>
                </c:pt>
                <c:pt idx="211">
                  <c:v>1047.915</c:v>
                </c:pt>
                <c:pt idx="212">
                  <c:v>1052.915</c:v>
                </c:pt>
                <c:pt idx="213">
                  <c:v>1057.915</c:v>
                </c:pt>
                <c:pt idx="214">
                  <c:v>1062.8</c:v>
                </c:pt>
                <c:pt idx="215">
                  <c:v>1067.8</c:v>
                </c:pt>
                <c:pt idx="216">
                  <c:v>1072.8</c:v>
                </c:pt>
                <c:pt idx="217">
                  <c:v>1077.8000000000002</c:v>
                </c:pt>
                <c:pt idx="218">
                  <c:v>1082.6860000000001</c:v>
                </c:pt>
                <c:pt idx="219">
                  <c:v>1087.686</c:v>
                </c:pt>
                <c:pt idx="220">
                  <c:v>1092.686</c:v>
                </c:pt>
                <c:pt idx="221">
                  <c:v>1097.571</c:v>
                </c:pt>
                <c:pt idx="222">
                  <c:v>1102.5710000000001</c:v>
                </c:pt>
                <c:pt idx="223">
                  <c:v>1107.5710000000001</c:v>
                </c:pt>
                <c:pt idx="224">
                  <c:v>1112.571</c:v>
                </c:pt>
                <c:pt idx="225">
                  <c:v>1117.4569999999999</c:v>
                </c:pt>
                <c:pt idx="226">
                  <c:v>1122.4569999999999</c:v>
                </c:pt>
                <c:pt idx="227">
                  <c:v>1127.457</c:v>
                </c:pt>
                <c:pt idx="228">
                  <c:v>1132.342</c:v>
                </c:pt>
                <c:pt idx="229">
                  <c:v>1137.342</c:v>
                </c:pt>
                <c:pt idx="230">
                  <c:v>1142.3419999999999</c:v>
                </c:pt>
                <c:pt idx="231">
                  <c:v>1147.3419999999999</c:v>
                </c:pt>
                <c:pt idx="232">
                  <c:v>1152.228</c:v>
                </c:pt>
                <c:pt idx="233">
                  <c:v>1157.228</c:v>
                </c:pt>
                <c:pt idx="234">
                  <c:v>1162.228</c:v>
                </c:pt>
                <c:pt idx="235">
                  <c:v>1167.2279999999998</c:v>
                </c:pt>
                <c:pt idx="236">
                  <c:v>1172.1129999999998</c:v>
                </c:pt>
                <c:pt idx="237">
                  <c:v>1177.113</c:v>
                </c:pt>
                <c:pt idx="238">
                  <c:v>1182.113</c:v>
                </c:pt>
                <c:pt idx="239">
                  <c:v>1186.999</c:v>
                </c:pt>
                <c:pt idx="240">
                  <c:v>1191.999</c:v>
                </c:pt>
                <c:pt idx="241">
                  <c:v>1196.9989999999998</c:v>
                </c:pt>
                <c:pt idx="242">
                  <c:v>1201.999</c:v>
                </c:pt>
                <c:pt idx="243">
                  <c:v>1206.884</c:v>
                </c:pt>
                <c:pt idx="244">
                  <c:v>1211.884</c:v>
                </c:pt>
                <c:pt idx="245">
                  <c:v>1216.884</c:v>
                </c:pt>
                <c:pt idx="246">
                  <c:v>1221.77</c:v>
                </c:pt>
                <c:pt idx="247">
                  <c:v>1226.77</c:v>
                </c:pt>
                <c:pt idx="248">
                  <c:v>1231.77</c:v>
                </c:pt>
                <c:pt idx="249">
                  <c:v>1236.77</c:v>
                </c:pt>
                <c:pt idx="250">
                  <c:v>1241.655</c:v>
                </c:pt>
                <c:pt idx="251">
                  <c:v>1246.6550000000002</c:v>
                </c:pt>
                <c:pt idx="252">
                  <c:v>1251.655</c:v>
                </c:pt>
                <c:pt idx="253">
                  <c:v>1256.541</c:v>
                </c:pt>
                <c:pt idx="254">
                  <c:v>1261.541</c:v>
                </c:pt>
                <c:pt idx="255">
                  <c:v>1266.541</c:v>
                </c:pt>
                <c:pt idx="256">
                  <c:v>1271.5410000000002</c:v>
                </c:pt>
                <c:pt idx="257">
                  <c:v>1276.4260000000002</c:v>
                </c:pt>
                <c:pt idx="258">
                  <c:v>1281.426</c:v>
                </c:pt>
                <c:pt idx="259">
                  <c:v>1286.426</c:v>
                </c:pt>
                <c:pt idx="260">
                  <c:v>1291.312</c:v>
                </c:pt>
                <c:pt idx="261">
                  <c:v>1296.3120000000001</c:v>
                </c:pt>
                <c:pt idx="262">
                  <c:v>1301.3120000000001</c:v>
                </c:pt>
                <c:pt idx="263">
                  <c:v>1306.312</c:v>
                </c:pt>
                <c:pt idx="264">
                  <c:v>1311.197</c:v>
                </c:pt>
                <c:pt idx="265">
                  <c:v>1316.197</c:v>
                </c:pt>
                <c:pt idx="266">
                  <c:v>1321.1970000000001</c:v>
                </c:pt>
                <c:pt idx="267">
                  <c:v>1326.1970000000001</c:v>
                </c:pt>
                <c:pt idx="268">
                  <c:v>1331.083</c:v>
                </c:pt>
                <c:pt idx="269">
                  <c:v>1336.0829999999999</c:v>
                </c:pt>
                <c:pt idx="270">
                  <c:v>1341.0829999999999</c:v>
                </c:pt>
                <c:pt idx="271">
                  <c:v>1345.968</c:v>
                </c:pt>
                <c:pt idx="272">
                  <c:v>1350.968</c:v>
                </c:pt>
                <c:pt idx="273">
                  <c:v>1355.968</c:v>
                </c:pt>
                <c:pt idx="274">
                  <c:v>1360.9679999999998</c:v>
                </c:pt>
                <c:pt idx="275">
                  <c:v>1365.8539999999998</c:v>
                </c:pt>
                <c:pt idx="276">
                  <c:v>1370.854</c:v>
                </c:pt>
                <c:pt idx="277">
                  <c:v>1375.854</c:v>
                </c:pt>
                <c:pt idx="278">
                  <c:v>1380.739</c:v>
                </c:pt>
                <c:pt idx="279">
                  <c:v>1385.739</c:v>
                </c:pt>
                <c:pt idx="280">
                  <c:v>1390.739</c:v>
                </c:pt>
                <c:pt idx="281">
                  <c:v>1395.739</c:v>
                </c:pt>
                <c:pt idx="282">
                  <c:v>1400.625</c:v>
                </c:pt>
                <c:pt idx="283">
                  <c:v>1405.625</c:v>
                </c:pt>
                <c:pt idx="284">
                  <c:v>1410.625</c:v>
                </c:pt>
                <c:pt idx="285">
                  <c:v>1415.51</c:v>
                </c:pt>
                <c:pt idx="286">
                  <c:v>1420.51</c:v>
                </c:pt>
                <c:pt idx="287">
                  <c:v>1425.51</c:v>
                </c:pt>
                <c:pt idx="288">
                  <c:v>1430.51</c:v>
                </c:pt>
                <c:pt idx="289">
                  <c:v>1435.396</c:v>
                </c:pt>
                <c:pt idx="290">
                  <c:v>1440.396</c:v>
                </c:pt>
                <c:pt idx="291">
                  <c:v>1445.396</c:v>
                </c:pt>
                <c:pt idx="292">
                  <c:v>1450.313</c:v>
                </c:pt>
                <c:pt idx="293">
                  <c:v>1455.281</c:v>
                </c:pt>
                <c:pt idx="294">
                  <c:v>1460.281</c:v>
                </c:pt>
                <c:pt idx="295">
                  <c:v>1465.2810000000002</c:v>
                </c:pt>
                <c:pt idx="296">
                  <c:v>1470.1670000000001</c:v>
                </c:pt>
                <c:pt idx="297">
                  <c:v>1475.167</c:v>
                </c:pt>
                <c:pt idx="298">
                  <c:v>1480.167</c:v>
                </c:pt>
                <c:pt idx="299">
                  <c:v>1485.167</c:v>
                </c:pt>
                <c:pt idx="300">
                  <c:v>1490.0520000000001</c:v>
                </c:pt>
                <c:pt idx="301">
                  <c:v>1495.0520000000001</c:v>
                </c:pt>
                <c:pt idx="302">
                  <c:v>1500.052</c:v>
                </c:pt>
                <c:pt idx="303">
                  <c:v>1504.9379999999999</c:v>
                </c:pt>
                <c:pt idx="304">
                  <c:v>1509.9379999999999</c:v>
                </c:pt>
                <c:pt idx="305">
                  <c:v>1514.938</c:v>
                </c:pt>
                <c:pt idx="306">
                  <c:v>1519.938</c:v>
                </c:pt>
                <c:pt idx="307">
                  <c:v>1524.823</c:v>
                </c:pt>
                <c:pt idx="308">
                  <c:v>1529.8229999999999</c:v>
                </c:pt>
                <c:pt idx="309">
                  <c:v>1534.8229999999999</c:v>
                </c:pt>
                <c:pt idx="310">
                  <c:v>1539.709</c:v>
                </c:pt>
                <c:pt idx="311">
                  <c:v>1544.709</c:v>
                </c:pt>
                <c:pt idx="312">
                  <c:v>1549.709</c:v>
                </c:pt>
                <c:pt idx="313">
                  <c:v>1554.709</c:v>
                </c:pt>
                <c:pt idx="314">
                  <c:v>1559.5939999999998</c:v>
                </c:pt>
                <c:pt idx="315">
                  <c:v>1564.594</c:v>
                </c:pt>
                <c:pt idx="316">
                  <c:v>1569.594</c:v>
                </c:pt>
                <c:pt idx="317">
                  <c:v>1574.48</c:v>
                </c:pt>
                <c:pt idx="318">
                  <c:v>1579.48</c:v>
                </c:pt>
                <c:pt idx="319">
                  <c:v>1584.48</c:v>
                </c:pt>
                <c:pt idx="320">
                  <c:v>1589.48</c:v>
                </c:pt>
                <c:pt idx="321">
                  <c:v>1594.365</c:v>
                </c:pt>
                <c:pt idx="322">
                  <c:v>1599.365</c:v>
                </c:pt>
                <c:pt idx="323">
                  <c:v>1604.365</c:v>
                </c:pt>
                <c:pt idx="324">
                  <c:v>1609.365</c:v>
                </c:pt>
                <c:pt idx="325">
                  <c:v>1614.251</c:v>
                </c:pt>
                <c:pt idx="326">
                  <c:v>1619.251</c:v>
                </c:pt>
                <c:pt idx="327">
                  <c:v>1624.251</c:v>
                </c:pt>
                <c:pt idx="328">
                  <c:v>1629.136</c:v>
                </c:pt>
                <c:pt idx="329">
                  <c:v>1634.1360000000002</c:v>
                </c:pt>
                <c:pt idx="330">
                  <c:v>1639.136</c:v>
                </c:pt>
                <c:pt idx="331">
                  <c:v>1644.136</c:v>
                </c:pt>
                <c:pt idx="332">
                  <c:v>1649.022</c:v>
                </c:pt>
                <c:pt idx="333">
                  <c:v>1654.022</c:v>
                </c:pt>
                <c:pt idx="334">
                  <c:v>1659.0220000000002</c:v>
                </c:pt>
                <c:pt idx="335">
                  <c:v>1663.9070000000002</c:v>
                </c:pt>
                <c:pt idx="336">
                  <c:v>1668.907</c:v>
                </c:pt>
                <c:pt idx="337">
                  <c:v>1673.907</c:v>
                </c:pt>
                <c:pt idx="338">
                  <c:v>1678.907</c:v>
                </c:pt>
                <c:pt idx="339">
                  <c:v>1683.7930000000001</c:v>
                </c:pt>
                <c:pt idx="340">
                  <c:v>1688.7930000000001</c:v>
                </c:pt>
                <c:pt idx="341">
                  <c:v>1693.793</c:v>
                </c:pt>
                <c:pt idx="342">
                  <c:v>1698.6779999999999</c:v>
                </c:pt>
                <c:pt idx="343">
                  <c:v>1703.6779999999999</c:v>
                </c:pt>
                <c:pt idx="344">
                  <c:v>1708.678</c:v>
                </c:pt>
                <c:pt idx="345">
                  <c:v>1713.678</c:v>
                </c:pt>
                <c:pt idx="346">
                  <c:v>1718.564</c:v>
                </c:pt>
                <c:pt idx="347">
                  <c:v>1723.5639999999999</c:v>
                </c:pt>
                <c:pt idx="348">
                  <c:v>1728.5639999999999</c:v>
                </c:pt>
                <c:pt idx="349">
                  <c:v>1733.449</c:v>
                </c:pt>
                <c:pt idx="350">
                  <c:v>1738.449</c:v>
                </c:pt>
                <c:pt idx="351">
                  <c:v>1743.449</c:v>
                </c:pt>
                <c:pt idx="352">
                  <c:v>1748.4489999999998</c:v>
                </c:pt>
                <c:pt idx="353">
                  <c:v>1753.3349999999998</c:v>
                </c:pt>
                <c:pt idx="354">
                  <c:v>1758.335</c:v>
                </c:pt>
                <c:pt idx="355">
                  <c:v>1763.335</c:v>
                </c:pt>
                <c:pt idx="356">
                  <c:v>1768.335</c:v>
                </c:pt>
                <c:pt idx="357">
                  <c:v>1773.22</c:v>
                </c:pt>
                <c:pt idx="358">
                  <c:v>1778.22</c:v>
                </c:pt>
                <c:pt idx="359">
                  <c:v>1783.22</c:v>
                </c:pt>
                <c:pt idx="360">
                  <c:v>1788.106</c:v>
                </c:pt>
                <c:pt idx="361">
                  <c:v>1793.106</c:v>
                </c:pt>
                <c:pt idx="362">
                  <c:v>1798.106</c:v>
                </c:pt>
                <c:pt idx="363">
                  <c:v>1803.106</c:v>
                </c:pt>
                <c:pt idx="364">
                  <c:v>1807.991</c:v>
                </c:pt>
                <c:pt idx="365">
                  <c:v>1812.991</c:v>
                </c:pt>
                <c:pt idx="366">
                  <c:v>1817.991</c:v>
                </c:pt>
                <c:pt idx="367">
                  <c:v>1822.877</c:v>
                </c:pt>
                <c:pt idx="368">
                  <c:v>1827.877</c:v>
                </c:pt>
                <c:pt idx="369">
                  <c:v>1832.877</c:v>
                </c:pt>
                <c:pt idx="370">
                  <c:v>1837.877</c:v>
                </c:pt>
                <c:pt idx="371">
                  <c:v>1842.762</c:v>
                </c:pt>
                <c:pt idx="372">
                  <c:v>1847.762</c:v>
                </c:pt>
                <c:pt idx="373">
                  <c:v>1852.7620000000002</c:v>
                </c:pt>
                <c:pt idx="374">
                  <c:v>1857.6480000000001</c:v>
                </c:pt>
                <c:pt idx="375">
                  <c:v>1862.648</c:v>
                </c:pt>
                <c:pt idx="376">
                  <c:v>1867.648</c:v>
                </c:pt>
                <c:pt idx="377">
                  <c:v>1872.648</c:v>
                </c:pt>
                <c:pt idx="378">
                  <c:v>1877.5330000000001</c:v>
                </c:pt>
                <c:pt idx="379">
                  <c:v>1882.5330000000001</c:v>
                </c:pt>
                <c:pt idx="380">
                  <c:v>1887.533</c:v>
                </c:pt>
                <c:pt idx="381">
                  <c:v>1892.479</c:v>
                </c:pt>
                <c:pt idx="382">
                  <c:v>1897.4189999999999</c:v>
                </c:pt>
                <c:pt idx="383">
                  <c:v>1902.419</c:v>
                </c:pt>
                <c:pt idx="384">
                  <c:v>1907.419</c:v>
                </c:pt>
                <c:pt idx="385">
                  <c:v>1912.304</c:v>
                </c:pt>
                <c:pt idx="386">
                  <c:v>1917.3039999999999</c:v>
                </c:pt>
                <c:pt idx="387">
                  <c:v>1922.3039999999999</c:v>
                </c:pt>
                <c:pt idx="388">
                  <c:v>1927.3039999999999</c:v>
                </c:pt>
                <c:pt idx="389">
                  <c:v>1932.19</c:v>
                </c:pt>
                <c:pt idx="390">
                  <c:v>1937.19</c:v>
                </c:pt>
                <c:pt idx="391">
                  <c:v>1942.19</c:v>
                </c:pt>
                <c:pt idx="392">
                  <c:v>1947.0749999999998</c:v>
                </c:pt>
                <c:pt idx="393">
                  <c:v>1952.0749999999998</c:v>
                </c:pt>
                <c:pt idx="394">
                  <c:v>1957.0749999999998</c:v>
                </c:pt>
                <c:pt idx="395">
                  <c:v>1962.0750000000003</c:v>
                </c:pt>
                <c:pt idx="396">
                  <c:v>1966.961</c:v>
                </c:pt>
                <c:pt idx="397">
                  <c:v>1971.961</c:v>
                </c:pt>
                <c:pt idx="398">
                  <c:v>1976.9609999999998</c:v>
                </c:pt>
                <c:pt idx="399">
                  <c:v>1981.8459999999998</c:v>
                </c:pt>
                <c:pt idx="400">
                  <c:v>1986.8460000000002</c:v>
                </c:pt>
                <c:pt idx="401">
                  <c:v>1991.8460000000002</c:v>
                </c:pt>
                <c:pt idx="402">
                  <c:v>1996.846</c:v>
                </c:pt>
              </c:numCache>
            </c:numRef>
          </c:xVal>
          <c:yVal>
            <c:numRef>
              <c:f>Sheet1!$B$2:$B$404</c:f>
              <c:numCache>
                <c:formatCode>General</c:formatCode>
                <c:ptCount val="403"/>
                <c:pt idx="0">
                  <c:v>0.850577083</c:v>
                </c:pt>
                <c:pt idx="1">
                  <c:v>0.860988905</c:v>
                </c:pt>
                <c:pt idx="2">
                  <c:v>0.869249906</c:v>
                </c:pt>
                <c:pt idx="3">
                  <c:v>0.874872644</c:v>
                </c:pt>
                <c:pt idx="4">
                  <c:v>0.87880258</c:v>
                </c:pt>
                <c:pt idx="5">
                  <c:v>0.881770475</c:v>
                </c:pt>
                <c:pt idx="6">
                  <c:v>0.884189691</c:v>
                </c:pt>
                <c:pt idx="7">
                  <c:v>0.886215609</c:v>
                </c:pt>
                <c:pt idx="8">
                  <c:v>0.885826502</c:v>
                </c:pt>
                <c:pt idx="9">
                  <c:v>0.876169828</c:v>
                </c:pt>
                <c:pt idx="10">
                  <c:v>0.870178798</c:v>
                </c:pt>
                <c:pt idx="11">
                  <c:v>0.86655537</c:v>
                </c:pt>
                <c:pt idx="12">
                  <c:v>0.864234595</c:v>
                </c:pt>
                <c:pt idx="13">
                  <c:v>0.862759371</c:v>
                </c:pt>
                <c:pt idx="14">
                  <c:v>0.861795943</c:v>
                </c:pt>
                <c:pt idx="15">
                  <c:v>0.869596662</c:v>
                </c:pt>
                <c:pt idx="16">
                  <c:v>0.878319192</c:v>
                </c:pt>
                <c:pt idx="17">
                  <c:v>0.872479169</c:v>
                </c:pt>
                <c:pt idx="18">
                  <c:v>0.868832111</c:v>
                </c:pt>
                <c:pt idx="19">
                  <c:v>0.86648488</c:v>
                </c:pt>
                <c:pt idx="20">
                  <c:v>0.865013105</c:v>
                </c:pt>
                <c:pt idx="21">
                  <c:v>0.864086592</c:v>
                </c:pt>
                <c:pt idx="22">
                  <c:v>0.870434191</c:v>
                </c:pt>
                <c:pt idx="23">
                  <c:v>0.879635343</c:v>
                </c:pt>
                <c:pt idx="24">
                  <c:v>0.885919943</c:v>
                </c:pt>
                <c:pt idx="25">
                  <c:v>0.879593443</c:v>
                </c:pt>
                <c:pt idx="26">
                  <c:v>0.874561038</c:v>
                </c:pt>
                <c:pt idx="27">
                  <c:v>0.87137629</c:v>
                </c:pt>
                <c:pt idx="28">
                  <c:v>0.869393295</c:v>
                </c:pt>
                <c:pt idx="29">
                  <c:v>0.873717686</c:v>
                </c:pt>
                <c:pt idx="30">
                  <c:v>0.882972107</c:v>
                </c:pt>
                <c:pt idx="31">
                  <c:v>0.88917838</c:v>
                </c:pt>
                <c:pt idx="32">
                  <c:v>0.892685921</c:v>
                </c:pt>
                <c:pt idx="33">
                  <c:v>0.88451785</c:v>
                </c:pt>
                <c:pt idx="34">
                  <c:v>0.879210653</c:v>
                </c:pt>
                <c:pt idx="35">
                  <c:v>0.875921734</c:v>
                </c:pt>
                <c:pt idx="36">
                  <c:v>0.87795675</c:v>
                </c:pt>
                <c:pt idx="37">
                  <c:v>0.887240983</c:v>
                </c:pt>
                <c:pt idx="38">
                  <c:v>0.89354859</c:v>
                </c:pt>
                <c:pt idx="39">
                  <c:v>0.897908153</c:v>
                </c:pt>
                <c:pt idx="40">
                  <c:v>0.894878618</c:v>
                </c:pt>
                <c:pt idx="41">
                  <c:v>0.887579354</c:v>
                </c:pt>
                <c:pt idx="42">
                  <c:v>0.883119115</c:v>
                </c:pt>
                <c:pt idx="43">
                  <c:v>0.882812635</c:v>
                </c:pt>
                <c:pt idx="44">
                  <c:v>0.892041621</c:v>
                </c:pt>
                <c:pt idx="45">
                  <c:v>0.898410556</c:v>
                </c:pt>
                <c:pt idx="46">
                  <c:v>0.902780648</c:v>
                </c:pt>
                <c:pt idx="47">
                  <c:v>0.904277964</c:v>
                </c:pt>
                <c:pt idx="48">
                  <c:v>0.895533601</c:v>
                </c:pt>
                <c:pt idx="49">
                  <c:v>0.89000812</c:v>
                </c:pt>
                <c:pt idx="50">
                  <c:v>0.887455086</c:v>
                </c:pt>
                <c:pt idx="51">
                  <c:v>0.897012956</c:v>
                </c:pt>
                <c:pt idx="52">
                  <c:v>0.90341573</c:v>
                </c:pt>
                <c:pt idx="53">
                  <c:v>0.907872904</c:v>
                </c:pt>
                <c:pt idx="54">
                  <c:v>0.911146104</c:v>
                </c:pt>
                <c:pt idx="55">
                  <c:v>0.902268047</c:v>
                </c:pt>
                <c:pt idx="56">
                  <c:v>0.896295993</c:v>
                </c:pt>
                <c:pt idx="57">
                  <c:v>0.892570863</c:v>
                </c:pt>
                <c:pt idx="58">
                  <c:v>0.901570157</c:v>
                </c:pt>
                <c:pt idx="59">
                  <c:v>0.908217114</c:v>
                </c:pt>
                <c:pt idx="60">
                  <c:v>0.912888946</c:v>
                </c:pt>
                <c:pt idx="61">
                  <c:v>0.916288121</c:v>
                </c:pt>
                <c:pt idx="62">
                  <c:v>0.907599603</c:v>
                </c:pt>
                <c:pt idx="63">
                  <c:v>0.901634595</c:v>
                </c:pt>
                <c:pt idx="64">
                  <c:v>0.897853367</c:v>
                </c:pt>
                <c:pt idx="65">
                  <c:v>0.905712345</c:v>
                </c:pt>
                <c:pt idx="66">
                  <c:v>0.912775915</c:v>
                </c:pt>
                <c:pt idx="67">
                  <c:v>0.917690514</c:v>
                </c:pt>
                <c:pt idx="68">
                  <c:v>0.920509683</c:v>
                </c:pt>
                <c:pt idx="69">
                  <c:v>0.911572423</c:v>
                </c:pt>
                <c:pt idx="70">
                  <c:v>0.905965761</c:v>
                </c:pt>
                <c:pt idx="71">
                  <c:v>0.902463723</c:v>
                </c:pt>
                <c:pt idx="72">
                  <c:v>0.90919101</c:v>
                </c:pt>
                <c:pt idx="73">
                  <c:v>0.916776739</c:v>
                </c:pt>
                <c:pt idx="74">
                  <c:v>0.922010535</c:v>
                </c:pt>
                <c:pt idx="75">
                  <c:v>0.922270901</c:v>
                </c:pt>
                <c:pt idx="76">
                  <c:v>0.91439226</c:v>
                </c:pt>
                <c:pt idx="77">
                  <c:v>0.909490783</c:v>
                </c:pt>
                <c:pt idx="78">
                  <c:v>0.906423746</c:v>
                </c:pt>
                <c:pt idx="79">
                  <c:v>0.911923942</c:v>
                </c:pt>
                <c:pt idx="80">
                  <c:v>0.920122256</c:v>
                </c:pt>
                <c:pt idx="81">
                  <c:v>0.92575764</c:v>
                </c:pt>
                <c:pt idx="82">
                  <c:v>0.922947439</c:v>
                </c:pt>
                <c:pt idx="83">
                  <c:v>0.916350462</c:v>
                </c:pt>
                <c:pt idx="84">
                  <c:v>0.912222933</c:v>
                </c:pt>
                <c:pt idx="85">
                  <c:v>0.909646404</c:v>
                </c:pt>
                <c:pt idx="86">
                  <c:v>0.91404779</c:v>
                </c:pt>
                <c:pt idx="87">
                  <c:v>0.922911114</c:v>
                </c:pt>
                <c:pt idx="88">
                  <c:v>0.928988697</c:v>
                </c:pt>
                <c:pt idx="89">
                  <c:v>0.922715947</c:v>
                </c:pt>
                <c:pt idx="90">
                  <c:v>0.917595329</c:v>
                </c:pt>
                <c:pt idx="91">
                  <c:v>0.914306014</c:v>
                </c:pt>
                <c:pt idx="92">
                  <c:v>0.912260587</c:v>
                </c:pt>
                <c:pt idx="93">
                  <c:v>0.915518839</c:v>
                </c:pt>
                <c:pt idx="94">
                  <c:v>0.925094157</c:v>
                </c:pt>
                <c:pt idx="95">
                  <c:v>0.928493548</c:v>
                </c:pt>
                <c:pt idx="96">
                  <c:v>0.922157432</c:v>
                </c:pt>
                <c:pt idx="97">
                  <c:v>0.918294326</c:v>
                </c:pt>
                <c:pt idx="98">
                  <c:v>0.915812123</c:v>
                </c:pt>
                <c:pt idx="99">
                  <c:v>0.914264052</c:v>
                </c:pt>
                <c:pt idx="100">
                  <c:v>0.916303853</c:v>
                </c:pt>
                <c:pt idx="101">
                  <c:v>0.926593515</c:v>
                </c:pt>
                <c:pt idx="102">
                  <c:v>0.925774667</c:v>
                </c:pt>
                <c:pt idx="103">
                  <c:v>0.921255811</c:v>
                </c:pt>
                <c:pt idx="104">
                  <c:v>0.918497549</c:v>
                </c:pt>
                <c:pt idx="105">
                  <c:v>0.916722907</c:v>
                </c:pt>
                <c:pt idx="106">
                  <c:v>0.915622925</c:v>
                </c:pt>
                <c:pt idx="107">
                  <c:v>0.916304984</c:v>
                </c:pt>
                <c:pt idx="108">
                  <c:v>0.927309285</c:v>
                </c:pt>
                <c:pt idx="109">
                  <c:v>0.92300355</c:v>
                </c:pt>
                <c:pt idx="110">
                  <c:v>0.9201249</c:v>
                </c:pt>
                <c:pt idx="111">
                  <c:v>0.918343068</c:v>
                </c:pt>
                <c:pt idx="112">
                  <c:v>0.917224099</c:v>
                </c:pt>
                <c:pt idx="113">
                  <c:v>0.916509076</c:v>
                </c:pt>
                <c:pt idx="114">
                  <c:v>0.916053546</c:v>
                </c:pt>
                <c:pt idx="115">
                  <c:v>0.922692223</c:v>
                </c:pt>
                <c:pt idx="116">
                  <c:v>0.920257814</c:v>
                </c:pt>
                <c:pt idx="117">
                  <c:v>0.918731855</c:v>
                </c:pt>
                <c:pt idx="118">
                  <c:v>0.91778074</c:v>
                </c:pt>
                <c:pt idx="119">
                  <c:v>0.917182823</c:v>
                </c:pt>
                <c:pt idx="120">
                  <c:v>0.916802657</c:v>
                </c:pt>
                <c:pt idx="121">
                  <c:v>0.916574688</c:v>
                </c:pt>
                <c:pt idx="122">
                  <c:v>0.918030592</c:v>
                </c:pt>
                <c:pt idx="123">
                  <c:v>0.917407619</c:v>
                </c:pt>
                <c:pt idx="124">
                  <c:v>0.91702657</c:v>
                </c:pt>
                <c:pt idx="125">
                  <c:v>0.916768709</c:v>
                </c:pt>
                <c:pt idx="126">
                  <c:v>0.916630375</c:v>
                </c:pt>
                <c:pt idx="127">
                  <c:v>0.916544608</c:v>
                </c:pt>
                <c:pt idx="128">
                  <c:v>0.915870678</c:v>
                </c:pt>
                <c:pt idx="129">
                  <c:v>0.913522215</c:v>
                </c:pt>
                <c:pt idx="130">
                  <c:v>0.914426306</c:v>
                </c:pt>
                <c:pt idx="131">
                  <c:v>0.915000595</c:v>
                </c:pt>
                <c:pt idx="132">
                  <c:v>0.915349025</c:v>
                </c:pt>
                <c:pt idx="133">
                  <c:v>0.915578402</c:v>
                </c:pt>
                <c:pt idx="134">
                  <c:v>0.915715556</c:v>
                </c:pt>
                <c:pt idx="135">
                  <c:v>0.911612162</c:v>
                </c:pt>
                <c:pt idx="136">
                  <c:v>0.909343918</c:v>
                </c:pt>
                <c:pt idx="137">
                  <c:v>0.911518118</c:v>
                </c:pt>
                <c:pt idx="138">
                  <c:v>0.912873692</c:v>
                </c:pt>
                <c:pt idx="139">
                  <c:v>0.913673245</c:v>
                </c:pt>
                <c:pt idx="140">
                  <c:v>0.914200888</c:v>
                </c:pt>
                <c:pt idx="141">
                  <c:v>0.914515536</c:v>
                </c:pt>
                <c:pt idx="142">
                  <c:v>0.907976448</c:v>
                </c:pt>
                <c:pt idx="143">
                  <c:v>0.905198454</c:v>
                </c:pt>
                <c:pt idx="144">
                  <c:v>0.908454817</c:v>
                </c:pt>
                <c:pt idx="145">
                  <c:v>0.910453451</c:v>
                </c:pt>
                <c:pt idx="146">
                  <c:v>0.911702227</c:v>
                </c:pt>
                <c:pt idx="147">
                  <c:v>0.912412825</c:v>
                </c:pt>
                <c:pt idx="148">
                  <c:v>0.912903827</c:v>
                </c:pt>
                <c:pt idx="149">
                  <c:v>0.904876372</c:v>
                </c:pt>
                <c:pt idx="150">
                  <c:v>0.901254973</c:v>
                </c:pt>
                <c:pt idx="151">
                  <c:v>0.90529992</c:v>
                </c:pt>
                <c:pt idx="152">
                  <c:v>0.907820802</c:v>
                </c:pt>
                <c:pt idx="153">
                  <c:v>0.909419299</c:v>
                </c:pt>
                <c:pt idx="154">
                  <c:v>0.910459405</c:v>
                </c:pt>
                <c:pt idx="155">
                  <c:v>0.911076143</c:v>
                </c:pt>
                <c:pt idx="156">
                  <c:v>0.902293554</c:v>
                </c:pt>
                <c:pt idx="157">
                  <c:v>0.897365432</c:v>
                </c:pt>
                <c:pt idx="158">
                  <c:v>0.902203062</c:v>
                </c:pt>
                <c:pt idx="159">
                  <c:v>0.905166838</c:v>
                </c:pt>
                <c:pt idx="160">
                  <c:v>0.907001628</c:v>
                </c:pt>
                <c:pt idx="161">
                  <c:v>0.908219234</c:v>
                </c:pt>
                <c:pt idx="162">
                  <c:v>0.908956439</c:v>
                </c:pt>
                <c:pt idx="163">
                  <c:v>0.90015188</c:v>
                </c:pt>
                <c:pt idx="164">
                  <c:v>0.893702088</c:v>
                </c:pt>
                <c:pt idx="165">
                  <c:v>0.89910042</c:v>
                </c:pt>
                <c:pt idx="166">
                  <c:v>0.902412247</c:v>
                </c:pt>
                <c:pt idx="167">
                  <c:v>0.904561766</c:v>
                </c:pt>
                <c:pt idx="168">
                  <c:v>0.905852399</c:v>
                </c:pt>
                <c:pt idx="169">
                  <c:v>0.906640574</c:v>
                </c:pt>
                <c:pt idx="170">
                  <c:v>0.898581376</c:v>
                </c:pt>
                <c:pt idx="171">
                  <c:v>0.890304822</c:v>
                </c:pt>
                <c:pt idx="172">
                  <c:v>0.896141287</c:v>
                </c:pt>
                <c:pt idx="173">
                  <c:v>0.899818057</c:v>
                </c:pt>
                <c:pt idx="174">
                  <c:v>0.902037642</c:v>
                </c:pt>
                <c:pt idx="175">
                  <c:v>0.903488205</c:v>
                </c:pt>
                <c:pt idx="176">
                  <c:v>0.904379156</c:v>
                </c:pt>
                <c:pt idx="177">
                  <c:v>0.897777738</c:v>
                </c:pt>
                <c:pt idx="178">
                  <c:v>0.888678151</c:v>
                </c:pt>
                <c:pt idx="179">
                  <c:v>0.893383331</c:v>
                </c:pt>
                <c:pt idx="180">
                  <c:v>0.897312883</c:v>
                </c:pt>
                <c:pt idx="181">
                  <c:v>0.899652984</c:v>
                </c:pt>
                <c:pt idx="182">
                  <c:v>0.901186415</c:v>
                </c:pt>
                <c:pt idx="183">
                  <c:v>0.902121591</c:v>
                </c:pt>
                <c:pt idx="184">
                  <c:v>0.897846814</c:v>
                </c:pt>
                <c:pt idx="185">
                  <c:v>0.888008947</c:v>
                </c:pt>
                <c:pt idx="186">
                  <c:v>0.891051665</c:v>
                </c:pt>
                <c:pt idx="187">
                  <c:v>0.895038439</c:v>
                </c:pt>
                <c:pt idx="188">
                  <c:v>0.89746211</c:v>
                </c:pt>
                <c:pt idx="189">
                  <c:v>0.899033201</c:v>
                </c:pt>
                <c:pt idx="190">
                  <c:v>0.89993587</c:v>
                </c:pt>
                <c:pt idx="191">
                  <c:v>0.899041955</c:v>
                </c:pt>
                <c:pt idx="192">
                  <c:v>0.888001276</c:v>
                </c:pt>
                <c:pt idx="193">
                  <c:v>0.889161596</c:v>
                </c:pt>
                <c:pt idx="194">
                  <c:v>0.893072264</c:v>
                </c:pt>
                <c:pt idx="195">
                  <c:v>0.89559385</c:v>
                </c:pt>
                <c:pt idx="196">
                  <c:v>0.897073278</c:v>
                </c:pt>
                <c:pt idx="197">
                  <c:v>0.898086253</c:v>
                </c:pt>
                <c:pt idx="198">
                  <c:v>0.898627524</c:v>
                </c:pt>
                <c:pt idx="199">
                  <c:v>0.888901407</c:v>
                </c:pt>
                <c:pt idx="200">
                  <c:v>0.887742846</c:v>
                </c:pt>
                <c:pt idx="201">
                  <c:v>0.891590177</c:v>
                </c:pt>
                <c:pt idx="202">
                  <c:v>0.894018568</c:v>
                </c:pt>
                <c:pt idx="203">
                  <c:v>0.895472699</c:v>
                </c:pt>
                <c:pt idx="204">
                  <c:v>0.896432626</c:v>
                </c:pt>
                <c:pt idx="205">
                  <c:v>0.896998982</c:v>
                </c:pt>
                <c:pt idx="206">
                  <c:v>0.890657777</c:v>
                </c:pt>
                <c:pt idx="207">
                  <c:v>0.886936353</c:v>
                </c:pt>
                <c:pt idx="208">
                  <c:v>0.890605132</c:v>
                </c:pt>
                <c:pt idx="209">
                  <c:v>0.892785262</c:v>
                </c:pt>
                <c:pt idx="210">
                  <c:v>0.894252286</c:v>
                </c:pt>
                <c:pt idx="211">
                  <c:v>0.895066923</c:v>
                </c:pt>
                <c:pt idx="212">
                  <c:v>0.895650304</c:v>
                </c:pt>
                <c:pt idx="213">
                  <c:v>0.893592216</c:v>
                </c:pt>
                <c:pt idx="214">
                  <c:v>0.886971631</c:v>
                </c:pt>
                <c:pt idx="215">
                  <c:v>0.890182324</c:v>
                </c:pt>
                <c:pt idx="216">
                  <c:v>0.892085393</c:v>
                </c:pt>
                <c:pt idx="217">
                  <c:v>0.893394462</c:v>
                </c:pt>
                <c:pt idx="218">
                  <c:v>0.894080192</c:v>
                </c:pt>
                <c:pt idx="219">
                  <c:v>0.894629926</c:v>
                </c:pt>
                <c:pt idx="220">
                  <c:v>0.894862777</c:v>
                </c:pt>
                <c:pt idx="221">
                  <c:v>0.887708602</c:v>
                </c:pt>
                <c:pt idx="222">
                  <c:v>0.890301428</c:v>
                </c:pt>
                <c:pt idx="223">
                  <c:v>0.891879947</c:v>
                </c:pt>
                <c:pt idx="224">
                  <c:v>0.892935186</c:v>
                </c:pt>
                <c:pt idx="225">
                  <c:v>0.893482335</c:v>
                </c:pt>
                <c:pt idx="226">
                  <c:v>0.893953422</c:v>
                </c:pt>
                <c:pt idx="227">
                  <c:v>0.894124023</c:v>
                </c:pt>
                <c:pt idx="228">
                  <c:v>0.889175469</c:v>
                </c:pt>
                <c:pt idx="229">
                  <c:v>0.890970793</c:v>
                </c:pt>
                <c:pt idx="230">
                  <c:v>0.892166757</c:v>
                </c:pt>
                <c:pt idx="231">
                  <c:v>0.892845017</c:v>
                </c:pt>
                <c:pt idx="232">
                  <c:v>0.893297624</c:v>
                </c:pt>
                <c:pt idx="233">
                  <c:v>0.893611412</c:v>
                </c:pt>
                <c:pt idx="234">
                  <c:v>0.893748102</c:v>
                </c:pt>
                <c:pt idx="235">
                  <c:v>0.892041836</c:v>
                </c:pt>
                <c:pt idx="236">
                  <c:v>0.892248504</c:v>
                </c:pt>
                <c:pt idx="237">
                  <c:v>0.892897968</c:v>
                </c:pt>
                <c:pt idx="238">
                  <c:v>0.893179094</c:v>
                </c:pt>
                <c:pt idx="239">
                  <c:v>0.893463842</c:v>
                </c:pt>
                <c:pt idx="240">
                  <c:v>0.89354795</c:v>
                </c:pt>
                <c:pt idx="241">
                  <c:v>0.893698755</c:v>
                </c:pt>
                <c:pt idx="242">
                  <c:v>0.893687174</c:v>
                </c:pt>
                <c:pt idx="243">
                  <c:v>0.894079122</c:v>
                </c:pt>
                <c:pt idx="244">
                  <c:v>0.893958237</c:v>
                </c:pt>
                <c:pt idx="245">
                  <c:v>0.893953213</c:v>
                </c:pt>
                <c:pt idx="246">
                  <c:v>0.893904742</c:v>
                </c:pt>
                <c:pt idx="247">
                  <c:v>0.893900811</c:v>
                </c:pt>
                <c:pt idx="248">
                  <c:v>0.893855816</c:v>
                </c:pt>
                <c:pt idx="249">
                  <c:v>0.893877277</c:v>
                </c:pt>
                <c:pt idx="250">
                  <c:v>0.89619615</c:v>
                </c:pt>
                <c:pt idx="251">
                  <c:v>0.895424175</c:v>
                </c:pt>
                <c:pt idx="252">
                  <c:v>0.894898902</c:v>
                </c:pt>
                <c:pt idx="253">
                  <c:v>0.894645928</c:v>
                </c:pt>
                <c:pt idx="254">
                  <c:v>0.89444592</c:v>
                </c:pt>
                <c:pt idx="255">
                  <c:v>0.894338286</c:v>
                </c:pt>
                <c:pt idx="256">
                  <c:v>0.894227021</c:v>
                </c:pt>
                <c:pt idx="257">
                  <c:v>0.898562104</c:v>
                </c:pt>
                <c:pt idx="258">
                  <c:v>0.897023919</c:v>
                </c:pt>
                <c:pt idx="259">
                  <c:v>0.896156147</c:v>
                </c:pt>
                <c:pt idx="260">
                  <c:v>0.895532971</c:v>
                </c:pt>
                <c:pt idx="261">
                  <c:v>0.895227418</c:v>
                </c:pt>
                <c:pt idx="262">
                  <c:v>0.894932499</c:v>
                </c:pt>
                <c:pt idx="263">
                  <c:v>0.894866218</c:v>
                </c:pt>
                <c:pt idx="264">
                  <c:v>0.900735329</c:v>
                </c:pt>
                <c:pt idx="265">
                  <c:v>0.898806917</c:v>
                </c:pt>
                <c:pt idx="266">
                  <c:v>0.897435758</c:v>
                </c:pt>
                <c:pt idx="267">
                  <c:v>0.896576015</c:v>
                </c:pt>
                <c:pt idx="268">
                  <c:v>0.896086699</c:v>
                </c:pt>
                <c:pt idx="269">
                  <c:v>0.895744833</c:v>
                </c:pt>
                <c:pt idx="270">
                  <c:v>0.895579083</c:v>
                </c:pt>
                <c:pt idx="271">
                  <c:v>0.899955246</c:v>
                </c:pt>
                <c:pt idx="272">
                  <c:v>0.900533069</c:v>
                </c:pt>
                <c:pt idx="273">
                  <c:v>0.898761878</c:v>
                </c:pt>
                <c:pt idx="274">
                  <c:v>0.89771825</c:v>
                </c:pt>
                <c:pt idx="275">
                  <c:v>0.897069496</c:v>
                </c:pt>
                <c:pt idx="276">
                  <c:v>0.896620018</c:v>
                </c:pt>
                <c:pt idx="277">
                  <c:v>0.89640176</c:v>
                </c:pt>
                <c:pt idx="278">
                  <c:v>0.899186577</c:v>
                </c:pt>
                <c:pt idx="279">
                  <c:v>0.902142087</c:v>
                </c:pt>
                <c:pt idx="280">
                  <c:v>0.900099283</c:v>
                </c:pt>
                <c:pt idx="281">
                  <c:v>0.898807437</c:v>
                </c:pt>
                <c:pt idx="282">
                  <c:v>0.898083096</c:v>
                </c:pt>
                <c:pt idx="283">
                  <c:v>0.897528021</c:v>
                </c:pt>
                <c:pt idx="284">
                  <c:v>0.897296566</c:v>
                </c:pt>
                <c:pt idx="285">
                  <c:v>0.898374224</c:v>
                </c:pt>
                <c:pt idx="286">
                  <c:v>0.903535261</c:v>
                </c:pt>
                <c:pt idx="287">
                  <c:v>0.901316343</c:v>
                </c:pt>
                <c:pt idx="288">
                  <c:v>0.899871805</c:v>
                </c:pt>
                <c:pt idx="289">
                  <c:v>0.89907362</c:v>
                </c:pt>
                <c:pt idx="290">
                  <c:v>0.898499707</c:v>
                </c:pt>
                <c:pt idx="291">
                  <c:v>0.898117468</c:v>
                </c:pt>
                <c:pt idx="292">
                  <c:v>0.897965457</c:v>
                </c:pt>
                <c:pt idx="293">
                  <c:v>0.904627468</c:v>
                </c:pt>
                <c:pt idx="294">
                  <c:v>0.902295361</c:v>
                </c:pt>
                <c:pt idx="295">
                  <c:v>0.900875594</c:v>
                </c:pt>
                <c:pt idx="296">
                  <c:v>0.899906541</c:v>
                </c:pt>
                <c:pt idx="297">
                  <c:v>0.899395686</c:v>
                </c:pt>
                <c:pt idx="298">
                  <c:v>0.899025822</c:v>
                </c:pt>
                <c:pt idx="299">
                  <c:v>0.898744421</c:v>
                </c:pt>
                <c:pt idx="300">
                  <c:v>0.905526829</c:v>
                </c:pt>
                <c:pt idx="301">
                  <c:v>0.90313017</c:v>
                </c:pt>
                <c:pt idx="302">
                  <c:v>0.901606428</c:v>
                </c:pt>
                <c:pt idx="303">
                  <c:v>0.900779266</c:v>
                </c:pt>
                <c:pt idx="304">
                  <c:v>0.90017154</c:v>
                </c:pt>
                <c:pt idx="305">
                  <c:v>0.899776957</c:v>
                </c:pt>
                <c:pt idx="306">
                  <c:v>0.899609982</c:v>
                </c:pt>
                <c:pt idx="307">
                  <c:v>0.906008741</c:v>
                </c:pt>
                <c:pt idx="308">
                  <c:v>0.903703595</c:v>
                </c:pt>
                <c:pt idx="309">
                  <c:v>0.902343303</c:v>
                </c:pt>
                <c:pt idx="310">
                  <c:v>0.901413116</c:v>
                </c:pt>
                <c:pt idx="311">
                  <c:v>0.900840064</c:v>
                </c:pt>
                <c:pt idx="312">
                  <c:v>0.90055087</c:v>
                </c:pt>
                <c:pt idx="313">
                  <c:v>0.90028201</c:v>
                </c:pt>
                <c:pt idx="314">
                  <c:v>0.906320367</c:v>
                </c:pt>
                <c:pt idx="315">
                  <c:v>0.904197825</c:v>
                </c:pt>
                <c:pt idx="316">
                  <c:v>0.902818785</c:v>
                </c:pt>
                <c:pt idx="317">
                  <c:v>0.90197301</c:v>
                </c:pt>
                <c:pt idx="318">
                  <c:v>0.901502592</c:v>
                </c:pt>
                <c:pt idx="319">
                  <c:v>0.901145961</c:v>
                </c:pt>
                <c:pt idx="320">
                  <c:v>0.900903504</c:v>
                </c:pt>
                <c:pt idx="321">
                  <c:v>0.906277391</c:v>
                </c:pt>
                <c:pt idx="322">
                  <c:v>0.904339518</c:v>
                </c:pt>
                <c:pt idx="323">
                  <c:v>0.903090524</c:v>
                </c:pt>
                <c:pt idx="324">
                  <c:v>0.902412092</c:v>
                </c:pt>
                <c:pt idx="325">
                  <c:v>0.901945866</c:v>
                </c:pt>
                <c:pt idx="326">
                  <c:v>0.901599194</c:v>
                </c:pt>
                <c:pt idx="327">
                  <c:v>0.901489103</c:v>
                </c:pt>
                <c:pt idx="328">
                  <c:v>0.90590031</c:v>
                </c:pt>
                <c:pt idx="329">
                  <c:v>0.904243148</c:v>
                </c:pt>
                <c:pt idx="330">
                  <c:v>0.903275349</c:v>
                </c:pt>
                <c:pt idx="331">
                  <c:v>0.90267342</c:v>
                </c:pt>
                <c:pt idx="332">
                  <c:v>0.90222554</c:v>
                </c:pt>
                <c:pt idx="333">
                  <c:v>0.902018953</c:v>
                </c:pt>
                <c:pt idx="334">
                  <c:v>0.901894933</c:v>
                </c:pt>
                <c:pt idx="335">
                  <c:v>0.905244248</c:v>
                </c:pt>
                <c:pt idx="336">
                  <c:v>0.904040612</c:v>
                </c:pt>
                <c:pt idx="337">
                  <c:v>0.903292031</c:v>
                </c:pt>
                <c:pt idx="338">
                  <c:v>0.902760159</c:v>
                </c:pt>
                <c:pt idx="339">
                  <c:v>0.902447157</c:v>
                </c:pt>
                <c:pt idx="340">
                  <c:v>0.902306086</c:v>
                </c:pt>
                <c:pt idx="341">
                  <c:v>0.902162625</c:v>
                </c:pt>
                <c:pt idx="342">
                  <c:v>0.903971894</c:v>
                </c:pt>
                <c:pt idx="343">
                  <c:v>0.90368584</c:v>
                </c:pt>
                <c:pt idx="344">
                  <c:v>0.903113342</c:v>
                </c:pt>
                <c:pt idx="345">
                  <c:v>0.902708216</c:v>
                </c:pt>
                <c:pt idx="346">
                  <c:v>0.902577451</c:v>
                </c:pt>
                <c:pt idx="347">
                  <c:v>0.902422593</c:v>
                </c:pt>
                <c:pt idx="348">
                  <c:v>0.902280941</c:v>
                </c:pt>
                <c:pt idx="349">
                  <c:v>0.902509846</c:v>
                </c:pt>
                <c:pt idx="350">
                  <c:v>0.903147531</c:v>
                </c:pt>
                <c:pt idx="351">
                  <c:v>0.902780426</c:v>
                </c:pt>
                <c:pt idx="352">
                  <c:v>0.902622281</c:v>
                </c:pt>
                <c:pt idx="353">
                  <c:v>0.902520167</c:v>
                </c:pt>
                <c:pt idx="354">
                  <c:v>0.902391653</c:v>
                </c:pt>
                <c:pt idx="355">
                  <c:v>0.902382691</c:v>
                </c:pt>
                <c:pt idx="356">
                  <c:v>0.902384891</c:v>
                </c:pt>
                <c:pt idx="357">
                  <c:v>0.902456119</c:v>
                </c:pt>
                <c:pt idx="358">
                  <c:v>0.902436236</c:v>
                </c:pt>
                <c:pt idx="359">
                  <c:v>0.902421249</c:v>
                </c:pt>
                <c:pt idx="360">
                  <c:v>0.90232435</c:v>
                </c:pt>
                <c:pt idx="361">
                  <c:v>0.902360867</c:v>
                </c:pt>
                <c:pt idx="362">
                  <c:v>0.902370133</c:v>
                </c:pt>
                <c:pt idx="363">
                  <c:v>0.902325359</c:v>
                </c:pt>
                <c:pt idx="364">
                  <c:v>0.901800343</c:v>
                </c:pt>
                <c:pt idx="365">
                  <c:v>0.901983361</c:v>
                </c:pt>
                <c:pt idx="366">
                  <c:v>0.902045803</c:v>
                </c:pt>
                <c:pt idx="367">
                  <c:v>0.902154987</c:v>
                </c:pt>
                <c:pt idx="368">
                  <c:v>0.902202124</c:v>
                </c:pt>
                <c:pt idx="369">
                  <c:v>0.902179693</c:v>
                </c:pt>
                <c:pt idx="370">
                  <c:v>0.902206715</c:v>
                </c:pt>
                <c:pt idx="371">
                  <c:v>0.901085118</c:v>
                </c:pt>
                <c:pt idx="372">
                  <c:v>0.901413492</c:v>
                </c:pt>
                <c:pt idx="373">
                  <c:v>0.901709802</c:v>
                </c:pt>
                <c:pt idx="374">
                  <c:v>0.901870389</c:v>
                </c:pt>
                <c:pt idx="375">
                  <c:v>0.901904798</c:v>
                </c:pt>
                <c:pt idx="376">
                  <c:v>0.902032896</c:v>
                </c:pt>
                <c:pt idx="377">
                  <c:v>0.902071731</c:v>
                </c:pt>
                <c:pt idx="378">
                  <c:v>0.90026102</c:v>
                </c:pt>
                <c:pt idx="379">
                  <c:v>0.900938819</c:v>
                </c:pt>
                <c:pt idx="380">
                  <c:v>0.901291837</c:v>
                </c:pt>
                <c:pt idx="381">
                  <c:v>0.901473158</c:v>
                </c:pt>
                <c:pt idx="382">
                  <c:v>0.901691286</c:v>
                </c:pt>
                <c:pt idx="383">
                  <c:v>0.901741296</c:v>
                </c:pt>
                <c:pt idx="384">
                  <c:v>0.901768558</c:v>
                </c:pt>
                <c:pt idx="385">
                  <c:v>0.89955454</c:v>
                </c:pt>
                <c:pt idx="386">
                  <c:v>0.900298742</c:v>
                </c:pt>
                <c:pt idx="387">
                  <c:v>0.90081648</c:v>
                </c:pt>
                <c:pt idx="388">
                  <c:v>0.901153062</c:v>
                </c:pt>
                <c:pt idx="389">
                  <c:v>0.901274098</c:v>
                </c:pt>
                <c:pt idx="390">
                  <c:v>0.901449388</c:v>
                </c:pt>
                <c:pt idx="391">
                  <c:v>0.901530893</c:v>
                </c:pt>
                <c:pt idx="392">
                  <c:v>0.898803017</c:v>
                </c:pt>
                <c:pt idx="393">
                  <c:v>0.899818383</c:v>
                </c:pt>
                <c:pt idx="394">
                  <c:v>0.900378911</c:v>
                </c:pt>
                <c:pt idx="395">
                  <c:v>0.900706288</c:v>
                </c:pt>
                <c:pt idx="396">
                  <c:v>0.900985153</c:v>
                </c:pt>
                <c:pt idx="397">
                  <c:v>0.901076974</c:v>
                </c:pt>
                <c:pt idx="398">
                  <c:v>0.901173227</c:v>
                </c:pt>
                <c:pt idx="399">
                  <c:v>0.898204719</c:v>
                </c:pt>
                <c:pt idx="400">
                  <c:v>0.899219868</c:v>
                </c:pt>
                <c:pt idx="401">
                  <c:v>0.899959296</c:v>
                </c:pt>
                <c:pt idx="402">
                  <c:v>0.900356481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Sheet1!$B$406</c:f>
              <c:strCache>
                <c:ptCount val="1"/>
                <c:pt idx="0">
                  <c:v>averaged behavioural model (573 ns)</c:v>
                </c:pt>
              </c:strCache>
            </c:strRef>
          </c:tx>
          <c:spPr>
            <a:ln w="19050">
              <a:solidFill>
                <a:srgbClr val="E07A1F"/>
              </a:solidFill>
              <a:prstDash val="dash"/>
            </a:ln>
          </c:spPr>
          <c:marker>
            <c:symbol val="none"/>
          </c:marker>
          <c:xVal>
            <c:numRef>
              <c:f>Sheet1!$A$407:$A$556</c:f>
              <c:numCache>
                <c:formatCode>General</c:formatCode>
                <c:ptCount val="150"/>
                <c:pt idx="0">
                  <c:v>0.2</c:v>
                </c:pt>
                <c:pt idx="1">
                  <c:v>20.19999999999997</c:v>
                </c:pt>
                <c:pt idx="2">
                  <c:v>40.19999999999999</c:v>
                </c:pt>
                <c:pt idx="3">
                  <c:v>60.200000000000166</c:v>
                </c:pt>
                <c:pt idx="4">
                  <c:v>80.20000000000034</c:v>
                </c:pt>
                <c:pt idx="5">
                  <c:v>100.20000000000053</c:v>
                </c:pt>
                <c:pt idx="6">
                  <c:v>120.20000000000064</c:v>
                </c:pt>
                <c:pt idx="7">
                  <c:v>140.1999999999995</c:v>
                </c:pt>
                <c:pt idx="8">
                  <c:v>160.19999999999834</c:v>
                </c:pt>
                <c:pt idx="9">
                  <c:v>180.1999999999972</c:v>
                </c:pt>
                <c:pt idx="10">
                  <c:v>200.19999999999607</c:v>
                </c:pt>
                <c:pt idx="11">
                  <c:v>220.19999999999493</c:v>
                </c:pt>
                <c:pt idx="12">
                  <c:v>240.19999999999402</c:v>
                </c:pt>
                <c:pt idx="13">
                  <c:v>260.1999999999955</c:v>
                </c:pt>
                <c:pt idx="14">
                  <c:v>280.19999999999703</c:v>
                </c:pt>
                <c:pt idx="15">
                  <c:v>300.1999999999985</c:v>
                </c:pt>
                <c:pt idx="16">
                  <c:v>320.20000000000005</c:v>
                </c:pt>
                <c:pt idx="17">
                  <c:v>340.2000000000015</c:v>
                </c:pt>
                <c:pt idx="18">
                  <c:v>360.200000000003</c:v>
                </c:pt>
                <c:pt idx="19">
                  <c:v>380.20000000000454</c:v>
                </c:pt>
                <c:pt idx="20">
                  <c:v>400.200000000006</c:v>
                </c:pt>
                <c:pt idx="21">
                  <c:v>420.20000000000755</c:v>
                </c:pt>
                <c:pt idx="22">
                  <c:v>440.200000000009</c:v>
                </c:pt>
                <c:pt idx="23">
                  <c:v>460.20000000001056</c:v>
                </c:pt>
                <c:pt idx="24">
                  <c:v>480.20000000001204</c:v>
                </c:pt>
                <c:pt idx="25">
                  <c:v>500.2000000000135</c:v>
                </c:pt>
                <c:pt idx="26">
                  <c:v>520.200000000015</c:v>
                </c:pt>
                <c:pt idx="27">
                  <c:v>540.2000000000165</c:v>
                </c:pt>
                <c:pt idx="28">
                  <c:v>560.200000000018</c:v>
                </c:pt>
                <c:pt idx="29">
                  <c:v>580.2000000000196</c:v>
                </c:pt>
                <c:pt idx="30">
                  <c:v>600.2000000000211</c:v>
                </c:pt>
                <c:pt idx="31">
                  <c:v>620.2000000000226</c:v>
                </c:pt>
                <c:pt idx="32">
                  <c:v>640.200000000024</c:v>
                </c:pt>
                <c:pt idx="33">
                  <c:v>660.2000000000255</c:v>
                </c:pt>
                <c:pt idx="34">
                  <c:v>680.2000000000271</c:v>
                </c:pt>
                <c:pt idx="35">
                  <c:v>700.2000000000286</c:v>
                </c:pt>
                <c:pt idx="36">
                  <c:v>720.2000000000301</c:v>
                </c:pt>
                <c:pt idx="37">
                  <c:v>740.2000000000315</c:v>
                </c:pt>
                <c:pt idx="38">
                  <c:v>760.2000000000331</c:v>
                </c:pt>
                <c:pt idx="39">
                  <c:v>780.2000000000346</c:v>
                </c:pt>
                <c:pt idx="40">
                  <c:v>800.2000000000361</c:v>
                </c:pt>
                <c:pt idx="41">
                  <c:v>820.2000000000376</c:v>
                </c:pt>
                <c:pt idx="42">
                  <c:v>840.200000000039</c:v>
                </c:pt>
                <c:pt idx="43">
                  <c:v>860.2000000000406</c:v>
                </c:pt>
                <c:pt idx="44">
                  <c:v>880.2000000000421</c:v>
                </c:pt>
                <c:pt idx="45">
                  <c:v>900.2000000000436</c:v>
                </c:pt>
                <c:pt idx="46">
                  <c:v>920.2000000000451</c:v>
                </c:pt>
                <c:pt idx="47">
                  <c:v>940.2000000000467</c:v>
                </c:pt>
                <c:pt idx="48">
                  <c:v>960.200000000048</c:v>
                </c:pt>
                <c:pt idx="49">
                  <c:v>980.2000000000495</c:v>
                </c:pt>
                <c:pt idx="50">
                  <c:v>1000.200000000051</c:v>
                </c:pt>
                <c:pt idx="51">
                  <c:v>1020.2000000000525</c:v>
                </c:pt>
                <c:pt idx="52">
                  <c:v>1040.200000000054</c:v>
                </c:pt>
                <c:pt idx="53">
                  <c:v>1060.2000000000555</c:v>
                </c:pt>
                <c:pt idx="54">
                  <c:v>1080.2000000000571</c:v>
                </c:pt>
                <c:pt idx="55">
                  <c:v>1100.2000000000585</c:v>
                </c:pt>
                <c:pt idx="56">
                  <c:v>1120.20000000006</c:v>
                </c:pt>
                <c:pt idx="57">
                  <c:v>1140.2000000000614</c:v>
                </c:pt>
                <c:pt idx="58">
                  <c:v>1160.200000000063</c:v>
                </c:pt>
                <c:pt idx="59">
                  <c:v>1180.2000000000646</c:v>
                </c:pt>
                <c:pt idx="60">
                  <c:v>1200.200000000066</c:v>
                </c:pt>
                <c:pt idx="61">
                  <c:v>1220.2000000000676</c:v>
                </c:pt>
                <c:pt idx="62">
                  <c:v>1240.200000000069</c:v>
                </c:pt>
                <c:pt idx="63">
                  <c:v>1260.2000000000705</c:v>
                </c:pt>
                <c:pt idx="64">
                  <c:v>1280.2000000000721</c:v>
                </c:pt>
                <c:pt idx="65">
                  <c:v>1300.2000000000735</c:v>
                </c:pt>
                <c:pt idx="66">
                  <c:v>1320.200000000075</c:v>
                </c:pt>
                <c:pt idx="67">
                  <c:v>1340.2000000000764</c:v>
                </c:pt>
                <c:pt idx="68">
                  <c:v>1360.200000000078</c:v>
                </c:pt>
                <c:pt idx="69">
                  <c:v>1380.2000000000796</c:v>
                </c:pt>
                <c:pt idx="70">
                  <c:v>1400.200000000081</c:v>
                </c:pt>
                <c:pt idx="71">
                  <c:v>1420.2000000000826</c:v>
                </c:pt>
                <c:pt idx="72">
                  <c:v>1440.2000000000842</c:v>
                </c:pt>
                <c:pt idx="73">
                  <c:v>1460.2000000000855</c:v>
                </c:pt>
                <c:pt idx="74">
                  <c:v>1480.2000000000871</c:v>
                </c:pt>
                <c:pt idx="75">
                  <c:v>1500.2000000000885</c:v>
                </c:pt>
                <c:pt idx="76">
                  <c:v>1520.20000000009</c:v>
                </c:pt>
                <c:pt idx="77">
                  <c:v>1540.2000000000917</c:v>
                </c:pt>
                <c:pt idx="78">
                  <c:v>1560.200000000093</c:v>
                </c:pt>
                <c:pt idx="79">
                  <c:v>1580.2000000000946</c:v>
                </c:pt>
                <c:pt idx="80">
                  <c:v>1600.200000000096</c:v>
                </c:pt>
                <c:pt idx="81">
                  <c:v>1620.2000000000976</c:v>
                </c:pt>
                <c:pt idx="82">
                  <c:v>1640.2000000000992</c:v>
                </c:pt>
                <c:pt idx="83">
                  <c:v>1660.2000000001005</c:v>
                </c:pt>
                <c:pt idx="84">
                  <c:v>1680.2000000001021</c:v>
                </c:pt>
                <c:pt idx="85">
                  <c:v>1700.2000000001035</c:v>
                </c:pt>
                <c:pt idx="86">
                  <c:v>1720.200000000105</c:v>
                </c:pt>
                <c:pt idx="87">
                  <c:v>1740.2000000001067</c:v>
                </c:pt>
                <c:pt idx="88">
                  <c:v>1760.200000000108</c:v>
                </c:pt>
                <c:pt idx="89">
                  <c:v>1780.2000000001096</c:v>
                </c:pt>
                <c:pt idx="90">
                  <c:v>1800.200000000111</c:v>
                </c:pt>
                <c:pt idx="91">
                  <c:v>1820.2000000001126</c:v>
                </c:pt>
                <c:pt idx="92">
                  <c:v>1840.2000000001142</c:v>
                </c:pt>
                <c:pt idx="93">
                  <c:v>1860.2000000001156</c:v>
                </c:pt>
                <c:pt idx="94">
                  <c:v>1880.2000000001171</c:v>
                </c:pt>
                <c:pt idx="95">
                  <c:v>1900.2000000001185</c:v>
                </c:pt>
                <c:pt idx="96">
                  <c:v>1920.20000000012</c:v>
                </c:pt>
                <c:pt idx="97">
                  <c:v>1940.2000000001217</c:v>
                </c:pt>
                <c:pt idx="98">
                  <c:v>1960.200000000123</c:v>
                </c:pt>
                <c:pt idx="99">
                  <c:v>1980.2000000001246</c:v>
                </c:pt>
                <c:pt idx="100">
                  <c:v>2000.2000000001262</c:v>
                </c:pt>
                <c:pt idx="101">
                  <c:v>2020.2000000001276</c:v>
                </c:pt>
                <c:pt idx="102">
                  <c:v>2040.2000000001292</c:v>
                </c:pt>
                <c:pt idx="103">
                  <c:v>2060.200000000131</c:v>
                </c:pt>
                <c:pt idx="104">
                  <c:v>2080.200000000132</c:v>
                </c:pt>
                <c:pt idx="105">
                  <c:v>2100.2000000001335</c:v>
                </c:pt>
                <c:pt idx="106">
                  <c:v>2120.2000000001353</c:v>
                </c:pt>
                <c:pt idx="107">
                  <c:v>2140.2000000001367</c:v>
                </c:pt>
                <c:pt idx="108">
                  <c:v>2160.200000000138</c:v>
                </c:pt>
                <c:pt idx="109">
                  <c:v>2180.20000000014</c:v>
                </c:pt>
                <c:pt idx="110">
                  <c:v>2200.2000000001412</c:v>
                </c:pt>
                <c:pt idx="111">
                  <c:v>2220.2000000001426</c:v>
                </c:pt>
                <c:pt idx="112">
                  <c:v>2240.200000000144</c:v>
                </c:pt>
                <c:pt idx="113">
                  <c:v>2260.200000000146</c:v>
                </c:pt>
                <c:pt idx="114">
                  <c:v>2280.200000000147</c:v>
                </c:pt>
                <c:pt idx="115">
                  <c:v>2300.2000000001485</c:v>
                </c:pt>
                <c:pt idx="116">
                  <c:v>2320.2000000001503</c:v>
                </c:pt>
                <c:pt idx="117">
                  <c:v>2340.2000000001517</c:v>
                </c:pt>
                <c:pt idx="118">
                  <c:v>2360.200000000153</c:v>
                </c:pt>
                <c:pt idx="119">
                  <c:v>2380.200000000155</c:v>
                </c:pt>
                <c:pt idx="120">
                  <c:v>2400.2000000001563</c:v>
                </c:pt>
                <c:pt idx="121">
                  <c:v>2420.2000000001576</c:v>
                </c:pt>
                <c:pt idx="122">
                  <c:v>2440.200000000159</c:v>
                </c:pt>
                <c:pt idx="123">
                  <c:v>2460.200000000161</c:v>
                </c:pt>
                <c:pt idx="124">
                  <c:v>2480.200000000162</c:v>
                </c:pt>
                <c:pt idx="125">
                  <c:v>2500.2000000001635</c:v>
                </c:pt>
                <c:pt idx="126">
                  <c:v>2520.2000000001653</c:v>
                </c:pt>
                <c:pt idx="127">
                  <c:v>2540.2000000001667</c:v>
                </c:pt>
                <c:pt idx="128">
                  <c:v>2560.200000000168</c:v>
                </c:pt>
                <c:pt idx="129">
                  <c:v>2580.20000000017</c:v>
                </c:pt>
                <c:pt idx="130">
                  <c:v>2600.2000000001713</c:v>
                </c:pt>
                <c:pt idx="131">
                  <c:v>2620.2000000001726</c:v>
                </c:pt>
                <c:pt idx="132">
                  <c:v>2640.2000000001744</c:v>
                </c:pt>
                <c:pt idx="133">
                  <c:v>2660.200000000176</c:v>
                </c:pt>
                <c:pt idx="134">
                  <c:v>2680.200000000177</c:v>
                </c:pt>
                <c:pt idx="135">
                  <c:v>2700.2000000001785</c:v>
                </c:pt>
                <c:pt idx="136">
                  <c:v>2720.2000000001804</c:v>
                </c:pt>
                <c:pt idx="137">
                  <c:v>2740.2000000001817</c:v>
                </c:pt>
                <c:pt idx="138">
                  <c:v>2760.200000000183</c:v>
                </c:pt>
                <c:pt idx="139">
                  <c:v>2780.200000000185</c:v>
                </c:pt>
                <c:pt idx="140">
                  <c:v>2800.2000000001863</c:v>
                </c:pt>
                <c:pt idx="141">
                  <c:v>2820.2000000001876</c:v>
                </c:pt>
                <c:pt idx="142">
                  <c:v>2840.2000000001894</c:v>
                </c:pt>
                <c:pt idx="143">
                  <c:v>2860.200000000191</c:v>
                </c:pt>
                <c:pt idx="144">
                  <c:v>2880.200000000192</c:v>
                </c:pt>
                <c:pt idx="145">
                  <c:v>2900.2000000001935</c:v>
                </c:pt>
                <c:pt idx="146">
                  <c:v>2920.2000000001954</c:v>
                </c:pt>
                <c:pt idx="147">
                  <c:v>2940.2000000001967</c:v>
                </c:pt>
                <c:pt idx="148">
                  <c:v>2960.200000000198</c:v>
                </c:pt>
                <c:pt idx="149">
                  <c:v>2980.2000000002</c:v>
                </c:pt>
              </c:numCache>
            </c:numRef>
          </c:xVal>
          <c:yVal>
            <c:numRef>
              <c:f>Sheet1!$B$407:$B$556</c:f>
              <c:numCache>
                <c:formatCode>General</c:formatCode>
                <c:ptCount val="150"/>
                <c:pt idx="0">
                  <c:v>0.85</c:v>
                </c:pt>
                <c:pt idx="1">
                  <c:v>0.8543157291048418</c:v>
                </c:pt>
                <c:pt idx="2">
                  <c:v>0.8589027030962246</c:v>
                </c:pt>
                <c:pt idx="3">
                  <c:v>0.8636732839258702</c:v>
                </c:pt>
                <c:pt idx="4">
                  <c:v>0.8685444289478741</c:v>
                </c:pt>
                <c:pt idx="5">
                  <c:v>0.8734384954441365</c:v>
                </c:pt>
                <c:pt idx="6">
                  <c:v>0.8782904638583512</c:v>
                </c:pt>
                <c:pt idx="7">
                  <c:v>0.8830568553391512</c:v>
                </c:pt>
                <c:pt idx="8">
                  <c:v>0.8876821750815724</c:v>
                </c:pt>
                <c:pt idx="9">
                  <c:v>0.8921156983043147</c:v>
                </c:pt>
                <c:pt idx="10">
                  <c:v>0.8963131542115823</c:v>
                </c:pt>
                <c:pt idx="11">
                  <c:v>0.9002368673492809</c:v>
                </c:pt>
                <c:pt idx="12">
                  <c:v>0.9038719170092868</c:v>
                </c:pt>
                <c:pt idx="13">
                  <c:v>0.9072064910239869</c:v>
                </c:pt>
                <c:pt idx="14">
                  <c:v>0.9102212743293345</c:v>
                </c:pt>
                <c:pt idx="15">
                  <c:v>0.9129021623419571</c:v>
                </c:pt>
                <c:pt idx="16">
                  <c:v>0.9152400677948725</c:v>
                </c:pt>
                <c:pt idx="17">
                  <c:v>0.9172306804445577</c:v>
                </c:pt>
                <c:pt idx="18">
                  <c:v>0.9188741858401552</c:v>
                </c:pt>
                <c:pt idx="19">
                  <c:v>0.9201749494081439</c:v>
                </c:pt>
                <c:pt idx="20">
                  <c:v>0.9211411720884838</c:v>
                </c:pt>
                <c:pt idx="21">
                  <c:v>0.9217845236667862</c:v>
                </c:pt>
                <c:pt idx="22">
                  <c:v>0.922119759787781</c:v>
                </c:pt>
                <c:pt idx="23">
                  <c:v>0.9221643284148551</c:v>
                </c:pt>
                <c:pt idx="24">
                  <c:v>0.9219379712257297</c:v>
                </c:pt>
                <c:pt idx="25">
                  <c:v>0.9214623251124554</c:v>
                </c:pt>
                <c:pt idx="26">
                  <c:v>0.920760528592058</c:v>
                </c:pt>
                <c:pt idx="27">
                  <c:v>0.9198568375395151</c:v>
                </c:pt>
                <c:pt idx="28">
                  <c:v>0.9187762542343284</c:v>
                </c:pt>
                <c:pt idx="29">
                  <c:v>0.9175441732726566</c:v>
                </c:pt>
                <c:pt idx="30">
                  <c:v>0.9161860474454444</c:v>
                </c:pt>
                <c:pt idx="31">
                  <c:v>0.9147270762254632</c:v>
                </c:pt>
                <c:pt idx="32">
                  <c:v>0.9131919190487113</c:v>
                </c:pt>
                <c:pt idx="33">
                  <c:v>0.9116044351236117</c:v>
                </c:pt>
                <c:pt idx="34">
                  <c:v>0.9099874510600836</c:v>
                </c:pt>
                <c:pt idx="35">
                  <c:v>0.9083625571843679</c:v>
                </c:pt>
                <c:pt idx="36">
                  <c:v>0.9067499329985598</c:v>
                </c:pt>
                <c:pt idx="37">
                  <c:v>0.9051682018597408</c:v>
                </c:pt>
                <c:pt idx="38">
                  <c:v>0.9036343145954204</c:v>
                </c:pt>
                <c:pt idx="39">
                  <c:v>0.9021634614422375</c:v>
                </c:pt>
                <c:pt idx="40">
                  <c:v>0.9007690113954966</c:v>
                </c:pt>
                <c:pt idx="41">
                  <c:v>0.8994633415905177</c:v>
                </c:pt>
                <c:pt idx="42">
                  <c:v>0.8982635653340961</c:v>
                </c:pt>
                <c:pt idx="43">
                  <c:v>0.8971790823274429</c:v>
                </c:pt>
                <c:pt idx="44">
                  <c:v>0.8962154633556673</c:v>
                </c:pt>
                <c:pt idx="45">
                  <c:v>0.8953762418413285</c:v>
                </c:pt>
                <c:pt idx="46">
                  <c:v>0.8946630234805052</c:v>
                </c:pt>
                <c:pt idx="47">
                  <c:v>0.8940756131101252</c:v>
                </c:pt>
                <c:pt idx="48">
                  <c:v>0.8936121557925786</c:v>
                </c:pt>
                <c:pt idx="49">
                  <c:v>0.8932692891461576</c:v>
                </c:pt>
                <c:pt idx="50">
                  <c:v>0.8930423040286596</c:v>
                </c:pt>
                <c:pt idx="51">
                  <c:v>0.8929253107927345</c:v>
                </c:pt>
                <c:pt idx="52">
                  <c:v>0.8929114084712914</c:v>
                </c:pt>
                <c:pt idx="53">
                  <c:v>0.8929928544153981</c:v>
                </c:pt>
                <c:pt idx="54">
                  <c:v>0.8931612320916316</c:v>
                </c:pt>
                <c:pt idx="55">
                  <c:v>0.8934076149466512</c:v>
                </c:pt>
                <c:pt idx="56">
                  <c:v>0.8937227244600459</c:v>
                </c:pt>
                <c:pt idx="57">
                  <c:v>0.894097080728325</c:v>
                </c:pt>
                <c:pt idx="58">
                  <c:v>0.8945211441498181</c:v>
                </c:pt>
                <c:pt idx="59">
                  <c:v>0.8949854470086803</c:v>
                </c:pt>
                <c:pt idx="60">
                  <c:v>0.8954807139830918</c:v>
                </c:pt>
                <c:pt idx="61">
                  <c:v>0.8959979708251549</c:v>
                </c:pt>
                <c:pt idx="62">
                  <c:v>0.8965286406753166</c:v>
                </c:pt>
                <c:pt idx="63">
                  <c:v>0.8970646276800678</c:v>
                </c:pt>
                <c:pt idx="64">
                  <c:v>0.8975983877761652</c:v>
                </c:pt>
                <c:pt idx="65">
                  <c:v>0.8981229866859758</c:v>
                </c:pt>
                <c:pt idx="66">
                  <c:v>0.8986321453353722</c:v>
                </c:pt>
                <c:pt idx="67">
                  <c:v>0.8991202730567656</c:v>
                </c:pt>
                <c:pt idx="68">
                  <c:v>0.899582489074609</c:v>
                </c:pt>
                <c:pt idx="69">
                  <c:v>0.9000146343464409</c:v>
                </c:pt>
                <c:pt idx="70">
                  <c:v>0.9004149745323579</c:v>
                </c:pt>
                <c:pt idx="71">
                  <c:v>0.9007822841489054</c:v>
                </c:pt>
                <c:pt idx="72">
                  <c:v>0.9011144309035377</c:v>
                </c:pt>
                <c:pt idx="73">
                  <c:v>0.9014098560188047</c:v>
                </c:pt>
                <c:pt idx="74">
                  <c:v>0.9016675530468606</c:v>
                </c:pt>
                <c:pt idx="75">
                  <c:v>0.9018870414903323</c:v>
                </c:pt>
                <c:pt idx="76">
                  <c:v>0.902068335910539</c:v>
                </c:pt>
                <c:pt idx="77">
                  <c:v>0.9022119112110736</c:v>
                </c:pt>
                <c:pt idx="78">
                  <c:v>0.9023186647829459</c:v>
                </c:pt>
                <c:pt idx="79">
                  <c:v>0.902389876187508</c:v>
                </c:pt>
                <c:pt idx="80">
                  <c:v>0.9024271650359673</c:v>
                </c:pt>
                <c:pt idx="81">
                  <c:v>0.9024324477000973</c:v>
                </c:pt>
                <c:pt idx="82">
                  <c:v>0.9024078934585953</c:v>
                </c:pt>
                <c:pt idx="83">
                  <c:v>0.9023558806481856</c:v>
                </c:pt>
                <c:pt idx="84">
                  <c:v>0.9022789533488098</c:v>
                </c:pt>
                <c:pt idx="85">
                  <c:v>0.902179779088845</c:v>
                </c:pt>
                <c:pt idx="86">
                  <c:v>0.9020611080100762</c:v>
                </c:pt>
                <c:pt idx="87">
                  <c:v>0.901925733883845</c:v>
                </c:pt>
                <c:pt idx="88">
                  <c:v>0.9017764573201014</c:v>
                </c:pt>
                <c:pt idx="89">
                  <c:v>0.9016160514607764</c:v>
                </c:pt>
                <c:pt idx="90">
                  <c:v>0.9014472303985452</c:v>
                </c:pt>
                <c:pt idx="91">
                  <c:v>0.9012726205123052</c:v>
                </c:pt>
                <c:pt idx="92">
                  <c:v>0.9010947348621158</c:v>
                </c:pt>
                <c:pt idx="93">
                  <c:v>0.9009159507394383</c:v>
                </c:pt>
                <c:pt idx="94">
                  <c:v>0.9007384904236994</c:v>
                </c:pt>
                <c:pt idx="95">
                  <c:v>0.9005644051539197</c:v>
                </c:pt>
                <c:pt idx="96">
                  <c:v>0.9003955622847076</c:v>
                </c:pt>
                <c:pt idx="97">
                  <c:v>0.9002336355595874</c:v>
                </c:pt>
                <c:pt idx="98">
                  <c:v>0.9000800984016522</c:v>
                </c:pt>
                <c:pt idx="99">
                  <c:v>0.8999363307366542</c:v>
                </c:pt>
                <c:pt idx="100">
                  <c:v>0.8998042257463015</c:v>
                </c:pt>
                <c:pt idx="101">
                  <c:v>0.8996848001947872</c:v>
                </c:pt>
                <c:pt idx="102">
                  <c:v>0.8995786688480406</c:v>
                </c:pt>
                <c:pt idx="103">
                  <c:v>0.899486222221052</c:v>
                </c:pt>
                <c:pt idx="104">
                  <c:v>0.8994076386242114</c:v>
                </c:pt>
                <c:pt idx="105">
                  <c:v>0.8993428981081949</c:v>
                </c:pt>
                <c:pt idx="106">
                  <c:v>0.8992917979757635</c:v>
                </c:pt>
                <c:pt idx="107">
                  <c:v>0.8992539695334723</c:v>
                </c:pt>
                <c:pt idx="108">
                  <c:v>0.899228895764952</c:v>
                </c:pt>
                <c:pt idx="109">
                  <c:v>0.8992159296196152</c:v>
                </c:pt>
                <c:pt idx="110">
                  <c:v>0.8992143126259937</c:v>
                </c:pt>
                <c:pt idx="111">
                  <c:v>0.8992231935569723</c:v>
                </c:pt>
                <c:pt idx="112">
                  <c:v>0.8992416468944365</c:v>
                </c:pt>
                <c:pt idx="113">
                  <c:v>0.8992686908629641</c:v>
                </c:pt>
                <c:pt idx="114">
                  <c:v>0.8993033048256316</c:v>
                </c:pt>
                <c:pt idx="115">
                  <c:v>0.8993444458594072</c:v>
                </c:pt>
                <c:pt idx="116">
                  <c:v>0.8993910643525738</c:v>
                </c:pt>
                <c:pt idx="117">
                  <c:v>0.8994421184917414</c:v>
                </c:pt>
                <c:pt idx="118">
                  <c:v>0.8994965875309971</c:v>
                </c:pt>
                <c:pt idx="119">
                  <c:v>0.899553483760194</c:v>
                </c:pt>
                <c:pt idx="120">
                  <c:v>0.8996118631130979</c:v>
                </c:pt>
                <c:pt idx="121">
                  <c:v>0.8996708343787723</c:v>
                </c:pt>
                <c:pt idx="122">
                  <c:v>0.8997295670009761</c:v>
                </c:pt>
                <c:pt idx="123">
                  <c:v>0.8997872974703437</c:v>
                </c:pt>
                <c:pt idx="124">
                  <c:v>0.8998433343324601</c:v>
                </c:pt>
                <c:pt idx="125">
                  <c:v>0.8998970618516032</c:v>
                </c:pt>
                <c:pt idx="126">
                  <c:v>0.8999479423847592</c:v>
                </c:pt>
                <c:pt idx="127">
                  <c:v>0.8999955175334904</c:v>
                </c:pt>
                <c:pt idx="128">
                  <c:v>0.900039549196252</c:v>
                </c:pt>
                <c:pt idx="129">
                  <c:v>0.9000799432933446</c:v>
                </c:pt>
                <c:pt idx="130">
                  <c:v>0.900116467418084</c:v>
                </c:pt>
                <c:pt idx="131">
                  <c:v>0.9001489503936806</c:v>
                </c:pt>
                <c:pt idx="132">
                  <c:v>0.90017728180082</c:v>
                </c:pt>
                <c:pt idx="133">
                  <c:v>0.9002014090723756</c:v>
                </c:pt>
                <c:pt idx="134">
                  <c:v>0.9002213340919999</c:v>
                </c:pt>
                <c:pt idx="135">
                  <c:v>0.9002371093723138</c:v>
                </c:pt>
                <c:pt idx="136">
                  <c:v>0.9002488338881728</c:v>
                </c:pt>
                <c:pt idx="137">
                  <c:v>0.9002566486394237</c:v>
                </c:pt>
                <c:pt idx="138">
                  <c:v>0.9002607320156111</c:v>
                </c:pt>
                <c:pt idx="139">
                  <c:v>0.9002612950324527</c:v>
                </c:pt>
                <c:pt idx="140">
                  <c:v>0.9002585765065619</c:v>
                </c:pt>
                <c:pt idx="141">
                  <c:v>0.9002528382310198</c:v>
                </c:pt>
                <c:pt idx="142">
                  <c:v>0.900244360210009</c:v>
                </c:pt>
                <c:pt idx="143">
                  <c:v>0.9002334360059502</c:v>
                </c:pt>
                <c:pt idx="144">
                  <c:v>0.9002203682475003</c:v>
                </c:pt>
                <c:pt idx="145">
                  <c:v>0.900205464341445</c:v>
                </c:pt>
                <c:pt idx="146">
                  <c:v>0.9001890324260555</c:v>
                </c:pt>
                <c:pt idx="147">
                  <c:v>0.9001713775979503</c:v>
                </c:pt>
                <c:pt idx="148">
                  <c:v>0.9001527984389489</c:v>
                </c:pt>
                <c:pt idx="149">
                  <c:v>0.9001335838639453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3000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Time (ns)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.0"/>
          <c:min val="0.8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V_ctrl (V)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one mismatch sample (seed)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8"/>
            <c:spPr>
              <a:solidFill>
                <a:srgbClr val="1D2F82"/>
              </a:solidFill>
              <a:ln>
                <a:solidFill>
                  <a:srgbClr val="1D2F82"/>
                </a:solidFill>
              </a:ln>
            </c:spPr>
          </c:marker>
          <c:xVal>
            <c:numRef>
              <c:f>Sheet1!$A$2:$A$31</c:f>
              <c:numCache>
                <c:formatCode>General</c:formatCode>
                <c:ptCount val="30"/>
                <c:pt idx="0">
                  <c:v>1.1537029941431456</c:v>
                </c:pt>
                <c:pt idx="1">
                  <c:v>8.640458363324</c:v>
                </c:pt>
                <c:pt idx="2">
                  <c:v>5.6690017407786115</c:v>
                </c:pt>
                <c:pt idx="3">
                  <c:v>2.2448358320205557</c:v>
                </c:pt>
                <c:pt idx="4">
                  <c:v>9.58542009738619</c:v>
                </c:pt>
                <c:pt idx="5">
                  <c:v>10.335970311657235</c:v>
                </c:pt>
                <c:pt idx="6">
                  <c:v>4.870823962301472</c:v>
                </c:pt>
                <c:pt idx="7">
                  <c:v>0.9323409747617291</c:v>
                </c:pt>
                <c:pt idx="8">
                  <c:v>4.862134551367404</c:v>
                </c:pt>
                <c:pt idx="9">
                  <c:v>8.913721257168248</c:v>
                </c:pt>
                <c:pt idx="10">
                  <c:v>5.584980329335451</c:v>
                </c:pt>
                <c:pt idx="11">
                  <c:v>11.026122757231747</c:v>
                </c:pt>
                <c:pt idx="12">
                  <c:v>10.986658991488525</c:v>
                </c:pt>
                <c:pt idx="13">
                  <c:v>5.3256497329858234</c:v>
                </c:pt>
                <c:pt idx="14">
                  <c:v>6.426030525425546</c:v>
                </c:pt>
                <c:pt idx="15">
                  <c:v>10.265433625927585</c:v>
                </c:pt>
                <c:pt idx="16">
                  <c:v>2.8653404507835205</c:v>
                </c:pt>
                <c:pt idx="17">
                  <c:v>5.084656477163179</c:v>
                </c:pt>
                <c:pt idx="18">
                  <c:v>9.458758595392283</c:v>
                </c:pt>
                <c:pt idx="19">
                  <c:v>7.0532532663401355</c:v>
                </c:pt>
                <c:pt idx="20">
                  <c:v>7.7103041126266305</c:v>
                </c:pt>
                <c:pt idx="21">
                  <c:v>4.888840801641038</c:v>
                </c:pt>
                <c:pt idx="22">
                  <c:v>1.3849672604091268</c:v>
                </c:pt>
                <c:pt idx="23">
                  <c:v>9.097053735245993</c:v>
                </c:pt>
                <c:pt idx="24">
                  <c:v>2.9111485504091092</c:v>
                </c:pt>
                <c:pt idx="25">
                  <c:v>8.18486739254493</c:v>
                </c:pt>
                <c:pt idx="26">
                  <c:v>2.180846103669978</c:v>
                </c:pt>
                <c:pt idx="27">
                  <c:v>1.4730638678668981</c:v>
                </c:pt>
                <c:pt idx="28">
                  <c:v>5.9907220077638215</c:v>
                </c:pt>
                <c:pt idx="29">
                  <c:v>0.5422711364629151</c:v>
                </c:pt>
              </c:numCache>
            </c:numRef>
          </c:xVal>
          <c:yVal>
            <c:numRef>
              <c:f>Sheet1!$B$2:$B$31</c:f>
              <c:numCache>
                <c:formatCode>General</c:formatCode>
                <c:ptCount val="30"/>
                <c:pt idx="0">
                  <c:v>5.000154675904582</c:v>
                </c:pt>
                <c:pt idx="1">
                  <c:v>0.7719357772297997</c:v>
                </c:pt>
                <c:pt idx="2">
                  <c:v>0.3850189796386303</c:v>
                </c:pt>
                <c:pt idx="3">
                  <c:v>9.689649051350898</c:v>
                </c:pt>
                <c:pt idx="4">
                  <c:v>2.2400585783824454</c:v>
                </c:pt>
                <c:pt idx="5">
                  <c:v>2.909281963766972</c:v>
                </c:pt>
                <c:pt idx="6">
                  <c:v>2.742800501007281</c:v>
                </c:pt>
                <c:pt idx="7">
                  <c:v>2.6134651611668573</c:v>
                </c:pt>
                <c:pt idx="8">
                  <c:v>3.0019139774422854</c:v>
                </c:pt>
                <c:pt idx="9">
                  <c:v>1.1615538380850694</c:v>
                </c:pt>
                <c:pt idx="10">
                  <c:v>1.26639026432494</c:v>
                </c:pt>
                <c:pt idx="11">
                  <c:v>7.519996206686159</c:v>
                </c:pt>
                <c:pt idx="12">
                  <c:v>5.380585377735571</c:v>
                </c:pt>
                <c:pt idx="13">
                  <c:v>10.412402886607424</c:v>
                </c:pt>
                <c:pt idx="14">
                  <c:v>6.197966117928189</c:v>
                </c:pt>
                <c:pt idx="15">
                  <c:v>3.116043215288016</c:v>
                </c:pt>
                <c:pt idx="16">
                  <c:v>4.119589346609587</c:v>
                </c:pt>
                <c:pt idx="17">
                  <c:v>1.010266889321116</c:v>
                </c:pt>
                <c:pt idx="18">
                  <c:v>5.376494168516928</c:v>
                </c:pt>
                <c:pt idx="19">
                  <c:v>0.08198286038896185</c:v>
                </c:pt>
                <c:pt idx="20">
                  <c:v>0.7442914059852797</c:v>
                </c:pt>
                <c:pt idx="21">
                  <c:v>3.2653102087044203</c:v>
                </c:pt>
                <c:pt idx="22">
                  <c:v>1.0710245150384878</c:v>
                </c:pt>
                <c:pt idx="23">
                  <c:v>2.4121407422191226</c:v>
                </c:pt>
                <c:pt idx="24">
                  <c:v>2.458641156206255</c:v>
                </c:pt>
                <c:pt idx="25">
                  <c:v>0.14678076440785048</c:v>
                </c:pt>
                <c:pt idx="26">
                  <c:v>2.076328107148271</c:v>
                </c:pt>
                <c:pt idx="27">
                  <c:v>7.840686308281988</c:v>
                </c:pt>
                <c:pt idx="28">
                  <c:v>5.174064755073573</c:v>
                </c:pt>
                <c:pt idx="29">
                  <c:v>1.0027334011448659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Sheet1!$B$33</c:f>
              <c:strCache>
                <c:ptCount val="1"/>
                <c:pt idx="0">
                  <c:v>equal drift (y = x)</c:v>
                </c:pt>
              </c:strCache>
            </c:strRef>
          </c:tx>
          <c:spPr>
            <a:ln w="19050">
              <a:solidFill>
                <a:srgbClr val="9AA0A6"/>
              </a:solidFill>
              <a:prstDash val="dash"/>
            </a:ln>
          </c:spPr>
          <c:marker>
            <c:symbol val="none"/>
          </c:marker>
          <c:xVal>
            <c:numRef>
              <c:f>Sheet1!$A$34:$A$35</c:f>
              <c:numCache>
                <c:formatCode>General</c:formatCode>
                <c:ptCount val="2"/>
                <c:pt idx="0">
                  <c:v>0</c:v>
                </c:pt>
                <c:pt idx="1">
                  <c:v>16</c:v>
                </c:pt>
              </c:numCache>
            </c:numRef>
          </c:xVal>
          <c:yVal>
            <c:numRef>
              <c:f>Sheet1!$B$34:$B$35</c:f>
              <c:numCache>
                <c:formatCode>General</c:formatCode>
                <c:ptCount val="2"/>
                <c:pt idx="0">
                  <c:v>0</c:v>
                </c:pt>
                <c:pt idx="1">
                  <c:v>16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16.0"/>
          <c:min val="0.0"/>
        </c:scaling>
        <c:delete val="0"/>
        <c:axPos val="b"/>
        <c:title>
          <c:tx>
            <c:rich>
              <a:bodyPr/>
              <a:lstStyle/>
              <a:p>
                <a:r>
                  <a:rPr sz="1100"/>
                  <a:t>1st-order |drift|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min"/>
        <c:crossBetween val="midCat"/>
      </c:valAx>
      <c:valAx>
        <c:axId val="-2129643912"/>
        <c:scaling>
          <c:orientation val="minMax"/>
          <c:max val="16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2nd-order |drift| (MHz)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min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|drift|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9AA0A6"/>
              </a:solidFill>
            </c:spPr>
          </c:dPt>
          <c:dPt>
            <c:idx val="1"/>
            <c:spPr>
              <a:solidFill>
                <a:srgbClr val="2A9D8F"/>
              </a:solidFill>
            </c:spPr>
          </c:dPt>
          <c:dPt>
            <c:idx val="2"/>
            <c:spPr>
              <a:solidFill>
                <a:srgbClr val="1D2F82"/>
              </a:solidFill>
            </c:spPr>
          </c:dPt>
          <c:errBars>
            <c:errDir val="y"/>
            <c:errBarType val="both"/>
            <c:errValType val="cust"/>
            <c:noEndCap val="0"/>
            <c:plus>
              <c:numLit>
                <c:ptCount val="3"/>
                <c:pt idx="0">
                  <c:v>2.7268</c:v>
                </c:pt>
                <c:pt idx="1">
                  <c:v>1.2393</c:v>
                </c:pt>
                <c:pt idx="2">
                  <c:v>1.0397</c:v>
                </c:pt>
              </c:numLit>
            </c:plus>
            <c:minus>
              <c:numLit>
                <c:ptCount val="3"/>
                <c:pt idx="0">
                  <c:v>2.7268</c:v>
                </c:pt>
                <c:pt idx="1">
                  <c:v>1.2393</c:v>
                </c:pt>
                <c:pt idx="2">
                  <c:v>1.0397</c:v>
                </c:pt>
              </c:numLit>
            </c:minus>
            <c:spPr>
              <a:ln w="19050">
                <a:solidFill>
                  <a:srgbClr val="333333"/>
                </a:solidFill>
              </a:ln>
            </c:spPr>
          </c:errBars>
          <c:cat>
            <c:strRef>
              <c:f>Sheet1!$A$2:$A$4</c:f>
              <c:strCache>
                <c:ptCount val="3"/>
                <c:pt idx="0">
                  <c:v>uncompensated
18.93 MHz (n=12)</c:v>
                </c:pt>
                <c:pt idx="1">
                  <c:v>1st-order
5.85 MHz (n=30)</c:v>
                </c:pt>
                <c:pt idx="2">
                  <c:v>2nd-order
3.37 MHz (n=30)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18.927422508939966</c:v>
                </c:pt>
                <c:pt idx="1">
                  <c:v>5.854979326854094</c:v>
                </c:pt>
                <c:pt idx="2">
                  <c:v>3.3729850400530608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min"/>
        <c:auto val="1"/>
        <c:lblAlgn val="ctr"/>
        <c:lblOffset val="100"/>
        <c:noMultiLvlLbl val="0"/>
      </c:catAx>
      <c:valAx>
        <c:axId val="-2113994440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100"/>
                  <a:t>mean |drift| 85 vs −40 °C (MHz)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9.xml"/><Relationship Id="rId4" Type="http://schemas.openxmlformats.org/officeDocument/2006/relationships/chart" Target="../charts/chart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of a Temperature-Compensated PLL Frequency Synthesiser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Aaryan Dogra (23BEC1032)  ·  Yugeshwaran (23BEC1404)  ·  Viju Sanjai (23BEC1306)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B. Bindu, School of Electronics Engineering (SENSE)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Problem recap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 PLL's ring-VCO drifts with temperature -- threshold voltage, mobility and capacitance all shift, so the same control voltage gives a different frequency hot vs. cold.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 compensation network cancels this by design, but sizing it needs a drift figure measured on the real topology, in the real process -- not assumed.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Objectives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Design an integer-N charge-pump PLL (ref -&gt; PFD -&gt; charge pump -&gt; loop filter -&gt; 5-stage current-starved ring VCO -&gt; /8 divider) in sky130, open-source, headless.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Measure uncompensated drift across all 5 process corners, then design and validate a temperature-compensation network with real statistical rigor (Monte Carlo + hypothesis testing).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Refinements after Review-I feedback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Full 5-corner grid run (tt/ff/ss/sf/fs), not a 3-corner spot-check -- corrected the reported tempco spread from 3.4x to the real 12.5x (112-1399 ppm/C).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Cold-start acquisition risk (flagged as open in Review 1) fixed and verified: a true 0V cold start now locks in 839 ns.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Added a second-order (curvature-matched) compensation network, novelty-checked against prior art before committing to the claim (see Literature Review).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"/>
                <a:gridCol w="1741017"/>
                <a:gridCol w="2611526"/>
                <a:gridCol w="2611526"/>
                <a:gridCol w="3482035"/>
              </a:tblGrid>
              <a:tr h="54864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G. Souliotis et al., 2022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Temperature compensated ring oscillator based VCO, AEU Int. J. Electron. Commun.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PTAT current compensation of a ring VCO inside a PLL; 180nm, 480MHz, fabricated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Closest topology benchmark: -1.5%/+0.4% over -40-&gt;120C, measured. First-order only; different node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C. Stancu et al., 2023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Temp. and power-supply compensated CMOS clock circuit based on ring osc., Electronics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 + supply compensated 50MHz ring-oscillator clock; simulation only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1.6% temperature error pre-layout. A clock circuit, never closed into a PLL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Z. Geng et al., 2018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Low power fast locking PLL freq. synthesizer with temp. compensation, EAME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Freq. presetting + dynamic loop BW + static/dynamic temp. comp.; 180nm, 2.1-2.6GHz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Lock &lt;2us over 0-80C, -117dBc/Hz@1MHz, 9mW. Stability claim is the locked output, set by the crystal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Y. You et al., 2014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12GHz 67% tuning, 0.37ps RJrms PLL, LC-VCO temp. comp., 0.13um CMOS, IEEE RFIC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LC-VCO PLL for serial links; comp. scheme preserves tuning range; 5.6-13.4GHz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Stays locked -40-&gt;85C. Needs inductor models our process supports poorly; not portable to a ring VCO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Sinha, 2002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Design of an integrated CMOS PLL frequency synthesizer, IEEE MELECON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Dual-loop CP-PLL, 0.35um, 2.4-2.5GHz, 1MHz steps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-82dBc/Hz@10kHz. Architectural reference for our loop; no temperature compensation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E. M. V. Freitas et al., 2025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Using open source EDA tools in ASICs for HEP: a mixed comparison, JINST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Open-source vs commercial flows on IHP 130nm blocks incl. a current-starved ring VCO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Digital QoR quantified (+53% area, +118% power); analog VCO comparison qualitative, open-loop, no MC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Thiriloganathan et al., 2026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2.4GHz LC-VCO fractional-N PLL, open-source, 130nm BiCMOS, SMACD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Fully open-source flow (Xschem/ngspice/KLayout/OpenEMS), EM-modelled inductor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-100.8dBc/Hz@1MHz. Closes a loop open-source, but no temp. compensation, no PVT/Monte Carlo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R. N. S. Raphael et al., 2019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PLL-based frequency synthesizer for digital systems driving, BTSym'18 (Springer)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3rd-order CP-PLL for clock generation, integer-N (N=8-16), VCO input-cap-aware LF model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Settling &lt;2us. Same loop class as ours; no temperature compensation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Detailed Literature Review (contd.)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4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5254"/>
                <a:gridCol w="1741017"/>
                <a:gridCol w="2611526"/>
                <a:gridCol w="2611526"/>
                <a:gridCol w="3482035"/>
              </a:tblGrid>
              <a:tr h="53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Y. Li, K. Du, J. Zhang, 2022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Design of ring oscillator with temperature compensation effect, Int. J. RF Microw. CAE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Positive-TC supply voltage on a 31-stage ring, 0.18um; 33kHz sleep timer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120 ppm/C (1.6%) over -40-&gt;80C. Single linear coefficient; kHz timer, not a PLL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H. H. Hammam et al., 2022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An ultra-low-power process-and-temperature compensated ring oscillator, IEEE ICEEE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3-stage current-starved ring, 130nm, process + temperature compensation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Up to 90% less variation vs. plain current-starved ring, 346nW. Standalone oscillator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Zhang et al., 2016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Temperature compensation technique for ring oscillators with tail current, Electron. Lett.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Tail current = constant source + PTAT current, first-order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Foundational first-order technique; no numbers reported in abstract; not closed-loop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Ortner, M. Punzenberger, 2017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Oscillators using quadratic temperature compensation, US Pat. 9,748,962 B2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Linear + quadratic temperature term for a VCO, -40-&gt;85C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Generic 2nd-order compensation is patented -- narrows our claim to ring-VCO + closed PLL + open PDK + stats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D. Patrinos, G. Souliotis, 2025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Low-voltage, low-power 2.5GHz ring oscillator with process &amp; temp. comp., JLPEA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PTAT current + process-corner detection/tuning; 22nm, 0.8V; post-layout sim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Drift 23.9%-&gt;5.4% (tt) and 47.3%-&gt;7.2% (PVT). Corner-aware like our C(corner); not in a PLL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M. Sivasakthi, P. Radhika, 2024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PVT tolerant hybrid current starved ring VCO, bulk-driven keeper, 45nm, AEU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Two current-starved ring VCOs; Cadence GPDK45; corner + Monte Carlo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6.97GHz, -121.5dBc/Hz@1MHz. PVT tolerance of the VCO itself, no compensation network or loop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53750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S. Madheswaran, R. Panneerselvam, 2024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7-stage MCML power-gated current starved VCO for PLL, IJECE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MOS current-mode logic delay cells with power gating, 45nm, simulation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000000"/>
                          </a:solidFill>
                          <a:latin typeface="Calibri"/>
                        </a:rPr>
                        <a:t>3.06GHz, -125.9dBc/Hz. Same device class as ours; no closed-loop temperature characterisation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50000"/>
            <a:ext cx="108813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Calibri"/>
              </a:rPr>
              <a:t>Research gap (from all 15): no reported work combines a compensated ring VCO inside a closed loop, characterised across process corners with Monte Carlo rigor -- that gap is what this project fills.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50000"/>
            <a:ext cx="10881360" cy="19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Integer-N charge-pump PLL: REF -&gt; PFD -&gt; charge pump -&gt; passive loop filter -&gt; 5-stage current-starved ring VCO -&gt; /8 divider, with a compensation network on the VCO bias path.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Scoping decisions (deliberate, documented): charge pump is an idealised 20uA behavioural source (transistor-level is Review 3, once layout needs real devices anyway).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PFD uses edge-detectors + NOR SR-latches, not resettable DFFs -- a reliable async reset fights the latch's own bistable feedback loop.</a:t>
            </a:r>
          </a:p>
        </p:txBody>
      </p:sp>
      <p:pic>
        <p:nvPicPr>
          <p:cNvPr id="7" name="Picture 6" descr="pll_block_diagra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5374" y="1327533"/>
            <a:ext cx="9790771" cy="319669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3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Modules developed and integrated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VCO (5-stage current-starved ring), PFD, charge pump, passive loop filter, /8 divider, digital primitive cell library (INV/TG/DFF/TFF) -- all hand-written SPICE, ngspice, headless.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Temperature-compensation network: 1st-order (PTAT/CTAT-equivalent) and empirically-refined 2nd-order (curvature-matched), as a parameterised behavioural correction voltage.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Acquisition-boosted charge pump (5x current until the divider's first edge) -- closes the cold-start dead-zone risk carried from Review 1.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Algorithms implemented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Coefficient derivation: analytical 1st-order (from the measured f(T) polynomial fit and K_VCO), then empirical 2nd-order refit against the measured post-1st-order residual -- zero extra simulation for the refinement step.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Statistics: paired t-test, Wilcoxon signed-rank (normal approximation), OLS regression with slope confidence interval -- hand-implemented (no scipy in this environment), self-tested.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Code snippet -- the compensation correction (ngspice behavioural voltage source)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0000"/>
            <a:ext cx="1088136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202020"/>
                </a:solidFill>
                <a:latin typeface="Courier New"/>
              </a:rPr>
              <a:t>Bcomp vctrl vctrl_nom V = 'k1*(T-27) + k2*(T-27)*(T-27)'
  ; k1 = -1.322e-4 V/C, k2 = 2.891e-7 V/C^2 (tt, empirically refined)
  ; verified via an isolated 4-line polarity test before use in the full loop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1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Calibri"/>
              </a:rPr>
              <a:t>VCO tuning: local K_VCO ~= 890 MHz/V at 0.9 V (tt, central difference +/-50 mV; an earlier whole-curve quadratic fit gave 669, too low); 18-&gt;358 MHz over 0.65-&gt;1.40 V. No hard floor: below 0.65 V the ring still oscillates, slowly (6.5 MHz at 0.6 V, 0.6 MHz at 0.5 V).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Calibri"/>
              </a:rPr>
              <a:t>Full 5-corner grid (all of tt/ff/ss/sf/fs, not a 3-corner spot-check) -- corrects the Review-1 finding: real tempco spread is 12.5x, not 3.4x. Worst corner (fs) wasn't checked before.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050000"/>
          <a:ext cx="8200000" cy="2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0000"/>
                <a:gridCol w="1804000"/>
                <a:gridCol w="1804000"/>
                <a:gridCol w="3362000"/>
              </a:tblGrid>
              <a:tr h="36666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NMOS/PMOS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K_VCO (MHz/V)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Uncompensated tempco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fast / slow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582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+112 ppm/C  (flattest)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fast / fast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936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+332 ppm/C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typical / typical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887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+681 ppm/C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6666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slow / slow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815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+1070 ppm/C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6667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slow / fast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1018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+1399 ppm/C  (steepest)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00000" y="3200000"/>
            <a:ext cx="2400000" cy="10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1">
                <a:solidFill>
                  <a:srgbClr val="1D2F82"/>
                </a:solidFill>
                <a:latin typeface="Calibri"/>
              </a:rPr>
              <a:t>12.5x</a:t>
            </a:r>
          </a:p>
          <a:p>
            <a:pPr algn="ctr"/>
            <a:r>
              <a:rPr sz="1100">
                <a:solidFill>
                  <a:srgbClr val="808080"/>
                </a:solidFill>
                <a:latin typeface="Calibri"/>
              </a:rPr>
              <a:t>spread, not the 3.4x
previously reported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00000" y="4300000"/>
            <a:ext cx="2400000" cy="1000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3000" b="1">
                <a:solidFill>
                  <a:srgbClr val="1D2F82"/>
                </a:solidFill>
                <a:latin typeface="Calibri"/>
              </a:rPr>
              <a:t>887</a:t>
            </a:r>
          </a:p>
          <a:p>
            <a:pPr algn="ctr"/>
            <a:r>
              <a:rPr sz="1100">
                <a:solidFill>
                  <a:srgbClr val="808080"/>
                </a:solidFill>
                <a:latin typeface="Calibri"/>
              </a:rPr>
              <a:t>MHz/V K_VCO
(tt, 0.9 V, local slope)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50000"/>
            <a:ext cx="10881360" cy="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Calibri"/>
              </a:rPr>
              <a:t>Tempco ranks with NMOS drive at 0.9 V (sf 45 uA ... fs 28 uA): less overdrive =&gt; the threshold drop with temperature dominates =&gt; stronger positive tempco. Sign flips at V_ctrl = 1.4 V (-816 ppm/C). sf/fs bracket the range because sky130 skew corners shift NMOS Vth +/-27 mV (ss/ff +/-15 mV).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6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Compensation refit independently at every corner; every corner improves at both stages. Checked at 4 held-out temperatures never used in fitting (-30/10/40/70C): all stay inside the fitted envelope.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0000"/>
          <a:ext cx="10881358" cy="20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6949"/>
                <a:gridCol w="1849831"/>
                <a:gridCol w="1849831"/>
                <a:gridCol w="1849831"/>
                <a:gridCol w="2285085"/>
                <a:gridCol w="1849831"/>
              </a:tblGrid>
              <a:tr h="34166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Corner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Baseline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1st-order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2nd-order span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2nd-order max |dev|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Meets +/-0.3%?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ff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4.15%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1.06%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0.10%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0.07%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1.48%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0.24%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0.15%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tt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8.51%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3.05%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1.12%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0.87%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4166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ss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13.37%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6.37%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3.32%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2.46%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4167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fs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17.49%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9.13%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5.31%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3.83%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300000"/>
            <a:ext cx="10881360" cy="17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Our +/-0.3% target is met at ff and sf only -- not at the typical corner. Closing the gap needs a transistor-level network whose PTAT slope tracks process, and/or a per-corner trim (Review 3).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Naive analytical 2nd-order coefficients made tt worse (4.49% vs 3.05%): they assume constant K_VCO (false) and used a K_VCO ~25% too low (669 vs 887 MHz/V). Refitting against the measured 1st-order residual fixed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Results &amp; Analysis (contd.) -- Closed-Loop Lock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9" cy="2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9153"/>
                <a:gridCol w="4026103"/>
                <a:gridCol w="4026103"/>
              </a:tblGrid>
              <a:tr h="40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Coarse-tuned start (0.85V)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TRUE cold start (0V, boosted)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Lock time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577 ns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839 ns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Settled V_ctrl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0.902 V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0.9002 V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Settled f_VCO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227.96 MHz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226.42 MHz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Spec / prediction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&lt; 2us spec; 573 ns averaged model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  <a:latin typeface="Calibri"/>
                        </a:rPr>
                        <a:t>&lt; 2us spec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550000"/>
            <a:ext cx="1088136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Cold-start acquisition dead zone (open risk since Review 1) -- fixed and verified. Built a 5x-boosted-current charge pump variant that reverts to nominal current once the divider produces its first edge (tracked via a B-source-charged integrating capacitor, reusing the same current-injection idiom already proven correct -- not a new digital latch and its metastable-initial-state risk).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Simulated from a TRUE 0V cold start (not the coarse-tuned 0.85V assumption): locks in 839 ns, comfortably inside the 2us spec -- worked on the first simulation attempt.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0">
                <a:solidFill>
                  <a:srgbClr val="000000"/>
                </a:solidFill>
                <a:latin typeface="Calibri"/>
              </a:rPr>
              <a:t>Two real bugs found and fixed while closing the original loop (Review 1): an inverted SPICE B-source node-order convention (caught with a 5-line isolated test before touching the full loop), and an inconsistent loop-filter capacitor initial condition (a 50ns charge-pump hold gate was added to test a wrong hypothesis first -- disproving it is what pointed at the real cause).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08080"/>
                </a:solidFill>
                <a:latin typeface="Calibri"/>
              </a:rPr>
              <a:t>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Results (contd.) -- Monte Carlo &amp; Benchmark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325880"/>
          <a:ext cx="10881358" cy="12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4916"/>
                <a:gridCol w="870508"/>
                <a:gridCol w="3264408"/>
                <a:gridCol w="2611526"/>
              </a:tblGrid>
              <a:tr h="312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Arm (tt, mismatch on, paired by seed)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|drift|, 85C vs -40C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95% CI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Baseline (uncompensated)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18.93 MHz  (8.4%)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[16.20, 21.65]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1st-order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5.85 MHz  (2.6%)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[4.62, 7.09]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125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2nd-order (curvature-matched)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3.37 MHz  (1.5%)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  <a:latin typeface="Calibri"/>
                        </a:rPr>
                        <a:t>[2.33, 4.41]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2700000"/>
            <a:ext cx="10881360" cy="11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200" b="1">
                <a:solidFill>
                  <a:srgbClr val="1D2F82"/>
                </a:solidFill>
                <a:latin typeface="Calibri"/>
              </a:rPr>
              <a:t>Both stages significantly reduce drift (12/12 seeds). 2nd-order beats 1st-order: -2.48 MHz, 95% CI [0.81, 4.15], paired t-test and Wilcoxon agree, 23/30 seeds.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200" b="0">
                <a:solidFill>
                  <a:srgbClr val="000000"/>
                </a:solidFill>
                <a:latin typeface="Calibri"/>
              </a:rPr>
              <a:t>Correction on record: our first pass tested signed drift and overstated this at n=12 (1st-order over-corrects, so the sign flipped). On |drift| it was not significant at n=12 -- n=30 is what earns the claim.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3950000"/>
          <a:ext cx="10881358" cy="15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780"/>
                <a:gridCol w="2611526"/>
                <a:gridCol w="3264408"/>
                <a:gridCol w="1958644"/>
              </a:tblGrid>
              <a:tr h="3100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Process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Residual drift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Lock time</a:t>
                      </a:r>
                    </a:p>
                  </a:txBody>
                  <a:tcPr marL="45720" marR="45720" marT="18000" marB="18000">
                    <a:solidFill>
                      <a:srgbClr val="1D2F82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This work, 2nd-order (tt)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sky130, simulation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+/-0.87% max dev., -40 to 85C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839 ns (0V cold start)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Souliotis et al. 2022 [1]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180nm, measured silicon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-1.5% / +0.4%, -40 to 120C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not reported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Stancu et al. 2023 [2]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simulation, 50 MHz clock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1.6% temperature error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45720" marR="45720" marT="9000" marB="9000">
                    <a:solidFill>
                      <a:srgbClr val="F2F4FB"/>
                    </a:solidFill>
                  </a:tcPr>
                </a:tc>
              </a:tr>
              <a:tr h="3100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Geng et al. 2018 [3]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180nm, measured silicon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not reported as drift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&lt; 2 us</a:t>
                      </a:r>
                    </a:p>
                  </a:txBody>
                  <a:tcPr marL="45720" marR="45720" marT="9000" marB="9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600000"/>
            <a:ext cx="10881360" cy="45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100" b="0">
                <a:solidFill>
                  <a:srgbClr val="000000"/>
                </a:solidFill>
                <a:latin typeface="Calibri"/>
              </a:rPr>
              <a:t>Comparable to published work, but ours is simulation of an ideal correction network vs. their measured silicon -- not a like-for-like claim until the transistor-level network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i="1">
                <a:solidFill>
                  <a:srgbClr val="808080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Challenges faced and solutions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SPICE B-source polarity and an inconsistent loop-filter initial condition broke the first closed-loop runs -- each isolated with a minimal test (and one wrong hypothesis disproved) before touching the full loop.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Naive analytical 2nd-order coefficients over-corrected the cold end -- fixed by refitting against the measured 1st-order residual; the refit was then checked at 4 held-out temperatures it never saw.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Caught our own statistics error: the first Monte Carlo pass compared SIGNED drift, which made 1st- vs 2nd-order look significant only because the sign flipped. Re-tested on |drift| and re-run at n=30.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Novelty check found a 2017 patent on generic quadratic compensation -- narrowed our claim to ring-VCO + closed-loop PLL + open PDK + statistically validated quantification.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Remaining work (25%)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Close the spec gap: +/-0.3% is met at ff and sf only (tt 0.87%, ss 2.46%, fs 3.83%) -- a transistor-level compensation network whose PTAT slope tracks process, plus a per-corner trim.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Retune the loop (zeta ~0.33 now; R2 ~3.6 kOhm for zeta ~0.7) and re-verify lock; transistor-level charge pump; layout in Magic, DRC, LVS (netgen), post-layout re-simulation.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Cadence/Virtuoso cross-validation arm and the actual H1 regression (eps_res vs C) -- the other half of the research hypothesis, pending lab access.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1300" b="1">
                <a:solidFill>
                  <a:srgbClr val="1D2F82"/>
                </a:solidFill>
                <a:latin typeface="Calibri"/>
              </a:rPr>
              <a:t>Timeline to Review-III (28.10.2026)</a:t>
            </a:r>
          </a:p>
          <a:p>
            <a:pPr marL="450000" indent="-177800">
              <a:spcAft>
                <a:spcPts val="800"/>
              </a:spcAft>
              <a:buChar char="-"/>
            </a:pPr>
            <a:r>
              <a:rPr sz="1300" b="0">
                <a:solidFill>
                  <a:srgbClr val="000000"/>
                </a:solidFill>
                <a:latin typeface="Calibri"/>
              </a:rPr>
              <a:t>Weeks 1-2: transistor-level CP + compensation network.  Week 3: layout / DRC / LVS.  Week 4: Virtuoso arm, H1 regression, final report.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[1] G. Souliotis, E. Keramida, F. Plessas, R. Malatesta, and S. Vlassis, “Temperature compensated ring oscillator based VCO,” AEU – Int. J. Electron. Commun., vol. 149, Art. no. 154195, May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[2] C. Stancu, A. Neacsu, O. Profirescu, D. Dobrescu, and L. Dobrescu, “Temperature and power supply compensated CMOS clock circuit based on ring oscillator,” Electronics, vol. 12, no. 3, Art. no. 507, Jan. 2023.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[3] Z. Geng, X. Ma, and Z. Li, “A low power fast locking PLL frequency synthesizer with temperature compensation,” in Proc. 3rd Int. Conf. EAME, Atlantis Press, Jun. 2018, pp. 281–285.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[4] Y. You, D. Huang, J. Chen, and S. Chakraborty, “A 12GHz 67% tuning range 0.37ps RJrms PLL with LC-VCO temperature compensation scheme in 0.13µm CMOS,” in Proc. IEEE RFIC, Tampa, FL, USA, Jun. 2014, pp. 101–104.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[5] S. Sinha, “Design of an integrated CMOS PLL frequency synthesizer,” in Proc. 11th IEEE MELECON, Cairo, Egypt, 2002, pp. 220–224.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[6] É. M. V. Freitas et al., “Using open source EDA tools in ASICs for HEP: A mixed comparison,” J. Instrum., vol. 20, no. 12, Art. no. P12022, Dec. 2025.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[7] M. Thiriloganathan et al., “A 2.4 GHz LC-VCO fractional-N phase locked loop open-source design in 130-nm BiCMOS,” in Proc. 22nd Int. Conf. SMACD, 2026, arXiv:2607.08852.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[8] R. N. S. Raphael, A. M. Pinto, L. T. Manera, and S. Finco, “Phase-locked loop (PLL)-based frequency synthesizer for digital systems driving,” in Proc. BTSym’18, SIST vol. 140, Springer, 2019, pp. 395–406.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[9] Y. Li, K. Du, and J. Zhang, “Design of ring oscillator with temperature compensation effect,” Int. J. RF Microw. Comput.-Aided Eng., vol. 32, no. 11, Art. no. e23374, Nov.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[10] H. H. Hammam, K. M. Hassan, and S. A. Ibrahim, “An ultra-low-power process-and-temperature compensated ring oscillator,” in Proc. 9th Int. Conf. ICEEE, Alanya, Turkey, Mar. 2022.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[11] S. Zhang, A. Li, Y. Han, L. Jie, X. Han, and R. C. C. Cheung, “Temperature compensation technique for ring oscillators with tail current,” Electron. Lett., vol. 52, no. 13, pp. 1108–1110, Jun. 2016.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[12] M. Ortner and M. Punzenberger, “Systems and methods for oscillators using quadratic temperature compensation,” U.S. Patent 9 748 962 B2, Aug. 29, 2017.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[13] D. Patrinos and G. Souliotis, “A low-voltage, low-power 2.5 GHz ring oscillator with process and temperature compensation,” J. Low Power Electron. Appl., vol. 15, no. 3, Art. no. 52, Sep. 2025.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[14] M. Sivasakthi and P. Radhika, “Design and analysis of PVT tolerant hybrid current starved ring VCO with bulk driven keeper technique at 45 nm CMOS technology for the PLL application,” AEU – Int. J. Electron. Commun., vol. 173, Art. no. 154987, Jan. 2024.</a:t>
            </a:r>
          </a:p>
          <a:p>
            <a:pPr marL="177800" indent="-177800">
              <a:spcAft>
                <a:spcPts val="800"/>
              </a:spcAft>
              <a:buChar char="•"/>
            </a:pPr>
            <a:r>
              <a:rPr sz="900" b="0">
                <a:solidFill>
                  <a:srgbClr val="000000"/>
                </a:solidFill>
                <a:latin typeface="Calibri"/>
              </a:rPr>
              <a:t>[15] S. Madheswaran and R. Panneerselvam, “Design and analysis of 7-stage MOS current mode logic power gated MOSFETs in current starved VCO for the PLL application,” Int. J. Electr. Comput. Eng., vol. 14, no. 2, pp. 1398–1405, Apr. 2024.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  ·  github.com/pocopepe/visualizer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VCO: Schematic &amp; Tuning Curve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vco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297" y="1325880"/>
            <a:ext cx="4269565" cy="3500000"/>
          </a:xfrm>
          <a:prstGeom prst="rect">
            <a:avLst/>
          </a:prstGeom>
        </p:spPr>
      </p:pic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00000" y="1225880"/>
          <a:ext cx="5700000" cy="39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000000"/>
            <a:ext cx="25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887 MHz/V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local K_VCO at 0.9 V (tt)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0080" y="5000000"/>
            <a:ext cx="25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&lt; 18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below 0.65 V (still oscillates)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0000" y="5050000"/>
            <a:ext cx="56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5-stage current-starved ring: V_ctrl sets the starving current, so it sets the delay per stage.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Design point 0.9 V gives 226 MHz = 8 × 28.275 MHz reference.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Temperature-Compensation Architecture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compensation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26" y="1325880"/>
            <a:ext cx="10147667" cy="3300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ΔV(T)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correction added to V_ctrl before the VCO bias generator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1st-order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linear k1·(T−27): PTAT/CTAT equivalent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16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2nd-order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adds k2·(T−27)²: matches the drift's curvature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920080" y="4800000"/>
            <a:ext cx="260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E07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E07A1F"/>
                </a:solidFill>
                <a:latin typeface="Calibri"/>
              </a:rPr>
              <a:t>per corner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k1, k2 fitted separately at tt/ff/ss/sf/fs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Cold-Start Fix: Boosted Charge Pump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acq_bo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2966" y="1325880"/>
            <a:ext cx="8915587" cy="29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400000"/>
            <a:ext cx="1088136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Problem (open since Review 1)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From a true 0 V start the VCO is in deep subthreshold (0.6 MHz at 0.5 V, 6.5 MHz at 0.6 V, vs 226 MHz target): the divided clock is effectively absent → PFD sees only REF → slow pump-up at 20 µA.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Fix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Charge pump runs at 5 × I_cp until the divider's first edge, then a one-shot latch drops it to the nominal 20 µA. Result: lock in 839 ns from 0 V (&lt; 2 µs spec).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Methodology: Review 1 → Review 2 → Review 3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method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2166" y="1325880"/>
            <a:ext cx="7597187" cy="46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Uncompensated Drift: All 5 Corners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600000" cy="45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400000" y="1225880"/>
          <a:ext cx="4100000" cy="32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7400000" y="4550000"/>
            <a:ext cx="19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12.5×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tempco spread sf→fs</a:t>
            </a:r>
          </a:p>
        </p:txBody>
      </p:sp>
      <p:sp>
        <p:nvSpPr>
          <p:cNvPr id="8" name="Rectangle 7"/>
          <p:cNvSpPr/>
          <p:nvPr/>
        </p:nvSpPr>
        <p:spPr>
          <a:xfrm>
            <a:off x="9550000" y="4550000"/>
            <a:ext cx="19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8.5 %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span, −40→85 °C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0000"/>
            <a:ext cx="1088136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Every corner is far outside ±0.3 % uncompensated. Tempco ranks with NMOS drive: see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Why the Corners Order This Way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200000" cy="45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00000" y="1325880"/>
            <a:ext cx="45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D2F82"/>
                </a:solidFill>
                <a:latin typeface="Calibri"/>
              </a:rPr>
              <a:t>Reading the chart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V_ctrl drives the NMOS starving gate directly and sets the PMOS bias through a mirror, so NMOS overdrive sets the ring current.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Less overdrive → the threshold-voltage drop with temperature is a bigger share of it and beats the mobility drop → stronger positive tempco.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D2F82"/>
                </a:solidFill>
                <a:latin typeface="Calibri"/>
              </a:rPr>
              <a:t>Corner labels in this PDK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sf = fast-NMOS / slow-PMOS, fs = slow-NMOS / fast-PMOS. The skew corners shift NMOS Vth ±27 mV (ss/ff only ±15 mV), so they bracket the range.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00000" y="4750000"/>
            <a:ext cx="21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A9D8F"/>
                </a:solidFill>
                <a:latin typeface="Calibri"/>
              </a:rPr>
              <a:t>−816 ppm/°C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tempco at V_ctrl = 1.4 V (sign flips)</a:t>
            </a:r>
          </a:p>
        </p:txBody>
      </p:sp>
      <p:sp>
        <p:nvSpPr>
          <p:cNvPr id="8" name="Rectangle 7"/>
          <p:cNvSpPr/>
          <p:nvPr/>
        </p:nvSpPr>
        <p:spPr>
          <a:xfrm>
            <a:off x="9350000" y="4750000"/>
            <a:ext cx="2150000" cy="115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D2F82"/>
                </a:solidFill>
                <a:latin typeface="Calibri"/>
              </a:rPr>
              <a:t>+681 ppm/°C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tempco at V_ctrl = 0.9 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00000"/>
            <a:ext cx="6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Sign flip = a zero-tempco bias point exists between 0.9 and 1.4 V (textbook behaviour).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Why Second Order? The Drift Is Curved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400000" cy="46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00000" y="1325880"/>
            <a:ext cx="420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Reading the chart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If the drift were a straight line, every bar would be the same height (the 681 ppm/°C average).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Instead the slope falls 3.2× from cold (1123) to hot (352) — the drift is curved.</a:t>
            </a:r>
          </a:p>
          <a:p>
            <a:pPr>
              <a:spcAft>
                <a:spcPts val="600"/>
              </a:spcAft>
            </a:pPr>
            <a:r>
              <a:rPr sz="1300" b="1">
                <a:solidFill>
                  <a:srgbClr val="1D2F82"/>
                </a:solidFill>
                <a:latin typeface="Calibri"/>
              </a:rPr>
              <a:t>Consequence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 linear (1st-order) correction can only match the average slope: it leaves a bowed residual.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A quadratic term k2·(T−27)² matches the curvature → 2nd-order compensation.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Compensation at the Typical (tt) Corner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73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8200000" y="132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8.51 → 1.12 %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span: baseline → 2nd-order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0" y="247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7.57×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compensation ratio C at tt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00000" y="3625880"/>
            <a:ext cx="3300000" cy="10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±0.87 %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max |dev|: spec ±0.3 % NOT 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0000" y="4775880"/>
            <a:ext cx="33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Naive analytical k2 over-corrects the cold end (+4.1 % at −40 °C); refitting on the 1st-order residual fixes it.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Orange diamonds: temperatures never used in fitting, all inside the envelope.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Residual Drift per Corner vs ±0.3 % Spec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comp_corn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31436"/>
            <a:ext cx="7000000" cy="38888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00000" y="13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ff: 0.07 %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meets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7900000" y="22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sf: 0.15 %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meets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7900000" y="31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tt: 0.87 %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9" name="Rectangle 8"/>
          <p:cNvSpPr/>
          <p:nvPr/>
        </p:nvSpPr>
        <p:spPr>
          <a:xfrm>
            <a:off x="7900000" y="40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ss: 2.46 %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0000" y="4925880"/>
            <a:ext cx="3600000" cy="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fs: 3.83 %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misses spec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Closed-Loop Lock Transient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76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8500000" y="132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839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0 V cold start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0000" y="257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577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0.85 V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0000" y="3825880"/>
            <a:ext cx="300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&lt; 2 µs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spec (averaged model: 573 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0" y="5075880"/>
            <a:ext cx="3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Lock = V_ctrl within ±2 % of 0.9 V and staying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Loop Dynamics: Corrected Numbers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6000000" cy="43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ectangle 5"/>
          <p:cNvSpPr/>
          <p:nvPr/>
        </p:nvSpPr>
        <p:spPr>
          <a:xfrm>
            <a:off x="6900000" y="1325880"/>
            <a:ext cx="215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ζ ≈ 0.33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damping (Review 1 claimed 0.72)</a:t>
            </a:r>
          </a:p>
        </p:txBody>
      </p:sp>
      <p:sp>
        <p:nvSpPr>
          <p:cNvPr id="7" name="Rectangle 6"/>
          <p:cNvSpPr/>
          <p:nvPr/>
        </p:nvSpPr>
        <p:spPr>
          <a:xfrm>
            <a:off x="9250000" y="1325880"/>
            <a:ext cx="225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C0392B"/>
                </a:solidFill>
                <a:latin typeface="Calibri"/>
              </a:rPr>
              <a:t>f_n ≈ 0.9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natural freq. (claimed 2 MHz)</a:t>
            </a:r>
          </a:p>
        </p:txBody>
      </p:sp>
      <p:sp>
        <p:nvSpPr>
          <p:cNvPr id="8" name="Rectangle 7"/>
          <p:cNvSpPr/>
          <p:nvPr/>
        </p:nvSpPr>
        <p:spPr>
          <a:xfrm>
            <a:off x="6900000" y="2525880"/>
            <a:ext cx="215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≈ 30°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phase margin (claimed 70°)</a:t>
            </a:r>
          </a:p>
        </p:txBody>
      </p:sp>
      <p:sp>
        <p:nvSpPr>
          <p:cNvPr id="9" name="Rectangle 8"/>
          <p:cNvSpPr/>
          <p:nvPr/>
        </p:nvSpPr>
        <p:spPr>
          <a:xfrm>
            <a:off x="9250000" y="2525880"/>
            <a:ext cx="2250000" cy="105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E8B57"/>
                </a:solidFill>
                <a:latin typeface="Calibri"/>
              </a:rPr>
              <a:t>573 vs 577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model vs transistor 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0000" y="3775880"/>
            <a:ext cx="46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D2F82"/>
                </a:solidFill>
                <a:latin typeface="Calibri"/>
              </a:rPr>
              <a:t>What was wrong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Review 1 dropped the 1/(2π) of the charge-pump gain in ω_n², overstating ω_n by √(2π) and ζ likewise.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D2F82"/>
                </a:solidFill>
                <a:latin typeface="Calibri"/>
              </a:rPr>
              <a:t>What stands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Simulated lock times (577 / 839 ns) are direct results; an independent model reproduces them. Spec &lt; 2 µs met.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D2F82"/>
                </a:solidFill>
                <a:latin typeface="Calibri"/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Underdamped loop: retune R2 ≈ 3.6 kΩ for ζ ≈ 0.7 and re-verify (Review 3).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00000"/>
            <a:ext cx="6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Measured local K_VCO = 887 MHz/V (Review 1 used 669), so ζ = 0.33, not 0.29.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Monte Carlo: Paired Comparison (tt)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225880"/>
          <a:ext cx="5000000" cy="470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900000" y="1225880"/>
          <a:ext cx="5600000" cy="3500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" name="Rectangle 6"/>
          <p:cNvSpPr/>
          <p:nvPr/>
        </p:nvSpPr>
        <p:spPr>
          <a:xfrm>
            <a:off x="5900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D2F82"/>
                </a:solidFill>
                <a:latin typeface="Calibri"/>
              </a:rPr>
              <a:t>23 / 30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seeds where 2nd &lt; 1st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25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A9D8F"/>
                </a:solidFill>
                <a:latin typeface="Calibri"/>
              </a:rPr>
              <a:t>−2.48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95 % CI [0.81, 4.15]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0000" y="4750000"/>
            <a:ext cx="1750000" cy="11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2E8B57"/>
                </a:solidFill>
                <a:latin typeface="Calibri"/>
              </a:rPr>
              <a:t>p &lt; 0.05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paired t +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Points below the dashed line: 2nd-order beat 1st-order on that same chip.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D2F82"/>
                </a:solidFill>
                <a:latin typeface="Calibri"/>
              </a:rPr>
              <a:t>Review 2 at a Glance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C0392B"/>
                </a:solidFill>
                <a:latin typeface="Calibri"/>
              </a:rPr>
              <a:t>12.5×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tempco spread across 5 corners (112→1399 ppm/°C)</a:t>
            </a:r>
          </a:p>
        </p:txBody>
      </p:sp>
      <p:sp>
        <p:nvSpPr>
          <p:cNvPr id="6" name="Rectangle 5"/>
          <p:cNvSpPr/>
          <p:nvPr/>
        </p:nvSpPr>
        <p:spPr>
          <a:xfrm>
            <a:off x="340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887 MHz/V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local K_VCO at 0.9 V, tt</a:t>
            </a:r>
          </a:p>
        </p:txBody>
      </p:sp>
      <p:sp>
        <p:nvSpPr>
          <p:cNvPr id="7" name="Rectangle 6"/>
          <p:cNvSpPr/>
          <p:nvPr/>
        </p:nvSpPr>
        <p:spPr>
          <a:xfrm>
            <a:off x="616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1D2F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D2F82"/>
                </a:solidFill>
                <a:latin typeface="Calibri"/>
              </a:rPr>
              <a:t>1.12 %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tt span after 2nd-order (was 8.51 %)</a:t>
            </a:r>
          </a:p>
        </p:txBody>
      </p:sp>
      <p:sp>
        <p:nvSpPr>
          <p:cNvPr id="8" name="Rectangle 7"/>
          <p:cNvSpPr/>
          <p:nvPr/>
        </p:nvSpPr>
        <p:spPr>
          <a:xfrm>
            <a:off x="8920080" y="1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E07A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E07A1F"/>
                </a:solidFill>
                <a:latin typeface="Calibri"/>
              </a:rPr>
              <a:t>2 / 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corners meeting ±0.3 % (ff, sf)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3.37 MHz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Monte Carlo mean |drift| after 2nd-order (was 18.93)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A9D8F"/>
                </a:solidFill>
                <a:latin typeface="Calibri"/>
              </a:rPr>
              <a:t>23 / 30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seeds where 2nd-order beats 1st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2E8B57"/>
                </a:solidFill>
                <a:latin typeface="Calibri"/>
              </a:rPr>
              <a:t>839 ns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lock from a true 0 V cold start (&lt; 2 µs)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20080" y="3325880"/>
            <a:ext cx="2600000" cy="1800000"/>
          </a:xfrm>
          <a:prstGeom prst="rect">
            <a:avLst/>
          </a:prstGeom>
          <a:solidFill>
            <a:srgbClr val="F2F4FB"/>
          </a:solidFill>
          <a:ln>
            <a:solidFill>
              <a:srgbClr val="9AA0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9AA0A6"/>
                </a:solidFill>
                <a:latin typeface="Calibri"/>
              </a:rPr>
              <a:t>15</a:t>
            </a:r>
          </a:p>
          <a:p>
            <a:pPr algn="ctr"/>
            <a:r>
              <a:rPr sz="1100" b="0">
                <a:solidFill>
                  <a:srgbClr val="333333"/>
                </a:solidFill>
                <a:latin typeface="Calibri"/>
              </a:rPr>
              <a:t>IEEE references; 1 patent narrowed our novelty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30000"/>
            <a:ext cx="10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777777"/>
                </a:solidFill>
                <a:latin typeface="Calibri"/>
              </a:rPr>
              <a:t>Scope: compensation is an ideal behavioural correction voltage (transistor-level in Review 3); closed-loop results are tt / 27 °C.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344</Words>
  <Application>Microsoft Macintosh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2026-09-23T05:52:39Z</dcterms:modified>
</cp:coreProperties>
</file>